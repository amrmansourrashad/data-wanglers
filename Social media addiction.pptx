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9"/>
  </p:notesMasterIdLst>
  <p:sldIdLst>
    <p:sldId id="256" r:id="rId2"/>
    <p:sldId id="291" r:id="rId3"/>
    <p:sldId id="293" r:id="rId4"/>
    <p:sldId id="258" r:id="rId5"/>
    <p:sldId id="259" r:id="rId6"/>
    <p:sldId id="300" r:id="rId7"/>
    <p:sldId id="261" r:id="rId8"/>
    <p:sldId id="294" r:id="rId9"/>
    <p:sldId id="296" r:id="rId10"/>
    <p:sldId id="297" r:id="rId11"/>
    <p:sldId id="265" r:id="rId12"/>
    <p:sldId id="267" r:id="rId13"/>
    <p:sldId id="268" r:id="rId14"/>
    <p:sldId id="269" r:id="rId15"/>
    <p:sldId id="298" r:id="rId16"/>
    <p:sldId id="264" r:id="rId17"/>
    <p:sldId id="299" r:id="rId18"/>
    <p:sldId id="305" r:id="rId19"/>
    <p:sldId id="308" r:id="rId20"/>
    <p:sldId id="306" r:id="rId21"/>
    <p:sldId id="307" r:id="rId22"/>
    <p:sldId id="284" r:id="rId23"/>
    <p:sldId id="310" r:id="rId24"/>
    <p:sldId id="311" r:id="rId25"/>
    <p:sldId id="312" r:id="rId26"/>
    <p:sldId id="314" r:id="rId27"/>
    <p:sldId id="315" r:id="rId28"/>
    <p:sldId id="316" r:id="rId29"/>
    <p:sldId id="317" r:id="rId30"/>
    <p:sldId id="318" r:id="rId31"/>
    <p:sldId id="266" r:id="rId32"/>
    <p:sldId id="319" r:id="rId33"/>
    <p:sldId id="320" r:id="rId34"/>
    <p:sldId id="321" r:id="rId35"/>
    <p:sldId id="322" r:id="rId36"/>
    <p:sldId id="289" r:id="rId37"/>
    <p:sldId id="290" r:id="rId38"/>
  </p:sldIdLst>
  <p:sldSz cx="12192000" cy="6858000"/>
  <p:notesSz cx="6858000" cy="9144000"/>
  <p:embeddedFontLst>
    <p:embeddedFont>
      <p:font typeface="Nunito Light" panose="020B0604020202020204" charset="0"/>
      <p:regular r:id="rId40"/>
      <p:italic r:id="rId41"/>
    </p:embeddedFont>
    <p:embeddedFont>
      <p:font typeface="Calibri" panose="020F0502020204030204" pitchFamily="34" charset="0"/>
      <p:regular r:id="rId42"/>
      <p:bold r:id="rId43"/>
      <p:italic r:id="rId44"/>
      <p:boldItalic r:id="rId45"/>
    </p:embeddedFont>
    <p:embeddedFont>
      <p:font typeface="Helvetica Neue Light" panose="020B0604020202020204" charset="0"/>
      <p:regular r:id="rId46"/>
      <p:bold r:id="rId47"/>
      <p:italic r:id="rId48"/>
      <p:boldItalic r:id="rId49"/>
    </p:embeddedFont>
    <p:embeddedFont>
      <p:font typeface="Muli" panose="020B0604020202020204" charset="0"/>
      <p:regular r:id="rId50"/>
    </p:embeddedFont>
    <p:embeddedFont>
      <p:font typeface="Segoe UI Emoji" panose="020B0502040204020203" pitchFamily="34" charset="0"/>
      <p:regular r:id="rId51"/>
    </p:embeddedFont>
    <p:embeddedFont>
      <p:font typeface="Muli Bold" panose="020B0604020202020204" charset="0"/>
      <p:bold r:id="rId52"/>
    </p:embeddedFont>
    <p:embeddedFont>
      <p:font typeface="Century Gothic" panose="020B0502020202020204" pitchFamily="34" charset="0"/>
      <p:regular r:id="rId53"/>
      <p:bold r:id="rId54"/>
      <p:italic r:id="rId55"/>
      <p:boldItalic r:id="rId56"/>
    </p:embeddedFont>
    <p:embeddedFont>
      <p:font typeface="Play" panose="020B0604020202020204" charset="0"/>
      <p:regular r:id="rId57"/>
      <p:bold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7" roundtripDataSignature="AMtx7mhEkhsvy/mV7FPXv59W+3LZm2gz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22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font" Target="fonts/font16.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font" Target="fonts/font19.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font" Target="fonts/font17.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67" Type="http://customschemas.google.com/relationships/presentationmetadata" Target="metadata"/><Relationship Id="rId20" Type="http://schemas.openxmlformats.org/officeDocument/2006/relationships/slide" Target="slides/slide19.xml"/><Relationship Id="rId41" Type="http://schemas.openxmlformats.org/officeDocument/2006/relationships/font" Target="fonts/font2.fntdata"/><Relationship Id="rId54" Type="http://schemas.openxmlformats.org/officeDocument/2006/relationships/font" Target="fonts/font15.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0.fntdata"/><Relationship Id="rId57" Type="http://schemas.openxmlformats.org/officeDocument/2006/relationships/font" Target="fonts/font1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C3400BCE-8CB3-0C1C-5785-8DC4A2C1FE85}"/>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E66C704C-06E2-D9A6-0FEF-228568F03AE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a:extLst>
              <a:ext uri="{FF2B5EF4-FFF2-40B4-BE49-F238E27FC236}">
                <a16:creationId xmlns:a16="http://schemas.microsoft.com/office/drawing/2014/main" id="{084CA7F2-D563-1EB5-D0D3-ED93CD079A4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7" name="Google Shape;97;p2:notes">
            <a:extLst>
              <a:ext uri="{FF2B5EF4-FFF2-40B4-BE49-F238E27FC236}">
                <a16:creationId xmlns:a16="http://schemas.microsoft.com/office/drawing/2014/main" id="{14E92EA7-9213-8D20-2C07-001378447C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1681218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F2068417-8A3E-D359-2B19-36E8EDC958D1}"/>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CDA55A63-09BE-14DC-3270-BDF71E92C4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a:extLst>
              <a:ext uri="{FF2B5EF4-FFF2-40B4-BE49-F238E27FC236}">
                <a16:creationId xmlns:a16="http://schemas.microsoft.com/office/drawing/2014/main" id="{28588DAE-F84B-FA49-7F94-D6C6FC14C14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7" name="Google Shape;97;p2:notes">
            <a:extLst>
              <a:ext uri="{FF2B5EF4-FFF2-40B4-BE49-F238E27FC236}">
                <a16:creationId xmlns:a16="http://schemas.microsoft.com/office/drawing/2014/main" id="{A023F67D-4485-E46B-FBED-99FF8F6D70E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8332893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0" name="Google Shape;11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3" name="Google Shape;12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E5F9C633-D330-016F-92B4-4C684EFF4B8A}"/>
            </a:ext>
          </a:extLst>
        </p:cNvPr>
        <p:cNvGrpSpPr/>
        <p:nvPr/>
      </p:nvGrpSpPr>
      <p:grpSpPr>
        <a:xfrm>
          <a:off x="0" y="0"/>
          <a:ext cx="0" cy="0"/>
          <a:chOff x="0" y="0"/>
          <a:chExt cx="0" cy="0"/>
        </a:xfrm>
      </p:grpSpPr>
      <p:sp>
        <p:nvSpPr>
          <p:cNvPr id="122" name="Google Shape;122;p4:notes">
            <a:extLst>
              <a:ext uri="{FF2B5EF4-FFF2-40B4-BE49-F238E27FC236}">
                <a16:creationId xmlns:a16="http://schemas.microsoft.com/office/drawing/2014/main" id="{B662E4C8-816E-437A-7F7D-4F497F01138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3" name="Google Shape;123;p4:notes">
            <a:extLst>
              <a:ext uri="{FF2B5EF4-FFF2-40B4-BE49-F238E27FC236}">
                <a16:creationId xmlns:a16="http://schemas.microsoft.com/office/drawing/2014/main" id="{25C213F6-123D-7FAD-9D37-C52A339009C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3693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0442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C50E396B-AD66-392A-BB87-FDF34DA72192}"/>
            </a:ext>
          </a:extLst>
        </p:cNvPr>
        <p:cNvGrpSpPr/>
        <p:nvPr/>
      </p:nvGrpSpPr>
      <p:grpSpPr>
        <a:xfrm>
          <a:off x="0" y="0"/>
          <a:ext cx="0" cy="0"/>
          <a:chOff x="0" y="0"/>
          <a:chExt cx="0" cy="0"/>
        </a:xfrm>
      </p:grpSpPr>
      <p:sp>
        <p:nvSpPr>
          <p:cNvPr id="122" name="Google Shape;122;p4:notes">
            <a:extLst>
              <a:ext uri="{FF2B5EF4-FFF2-40B4-BE49-F238E27FC236}">
                <a16:creationId xmlns:a16="http://schemas.microsoft.com/office/drawing/2014/main" id="{68B39B2F-4445-34B3-FC76-BDF37E9B950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3" name="Google Shape;123;p4:notes">
            <a:extLst>
              <a:ext uri="{FF2B5EF4-FFF2-40B4-BE49-F238E27FC236}">
                <a16:creationId xmlns:a16="http://schemas.microsoft.com/office/drawing/2014/main" id="{ABB1C55A-5617-5CAB-39D8-9A2DD5475B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836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3EA31296-9A23-75C4-347B-EC17BAAC291D}"/>
            </a:ext>
          </a:extLst>
        </p:cNvPr>
        <p:cNvGrpSpPr/>
        <p:nvPr/>
      </p:nvGrpSpPr>
      <p:grpSpPr>
        <a:xfrm>
          <a:off x="0" y="0"/>
          <a:ext cx="0" cy="0"/>
          <a:chOff x="0" y="0"/>
          <a:chExt cx="0" cy="0"/>
        </a:xfrm>
      </p:grpSpPr>
      <p:sp>
        <p:nvSpPr>
          <p:cNvPr id="122" name="Google Shape;122;p4:notes">
            <a:extLst>
              <a:ext uri="{FF2B5EF4-FFF2-40B4-BE49-F238E27FC236}">
                <a16:creationId xmlns:a16="http://schemas.microsoft.com/office/drawing/2014/main" id="{8D0FCF03-AC98-3AED-BEB5-8ED9AF4D212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2000" b="1" dirty="0" smtClean="0">
                <a:solidFill>
                  <a:schemeClr val="bg1">
                    <a:lumMod val="95000"/>
                  </a:schemeClr>
                </a:solidFill>
              </a:rPr>
              <a:t>Data Preprocessing</a:t>
            </a:r>
          </a:p>
          <a:p>
            <a:r>
              <a:rPr lang="en-US" dirty="0" smtClean="0">
                <a:solidFill>
                  <a:schemeClr val="bg1">
                    <a:lumMod val="95000"/>
                  </a:schemeClr>
                </a:solidFill>
              </a:rPr>
              <a:t>                                           Transforming raw behavioral data into reliable analytics:</a:t>
            </a:r>
          </a:p>
          <a:p>
            <a:pPr lvl="0">
              <a:lnSpc>
                <a:spcPct val="150000"/>
              </a:lnSpc>
            </a:pPr>
            <a:r>
              <a:rPr lang="en-US" sz="2400" b="1" dirty="0" smtClean="0">
                <a:solidFill>
                  <a:schemeClr val="bg1">
                    <a:lumMod val="95000"/>
                  </a:schemeClr>
                </a:solidFill>
                <a:latin typeface="Calibri"/>
                <a:ea typeface="Calibri"/>
                <a:cs typeface="Calibri"/>
                <a:sym typeface="Calibri"/>
              </a:rPr>
              <a:t>1- </a:t>
            </a:r>
            <a:r>
              <a:rPr lang="en-US" sz="2000" b="1" dirty="0" smtClean="0">
                <a:solidFill>
                  <a:schemeClr val="bg1">
                    <a:lumMod val="95000"/>
                  </a:schemeClr>
                </a:solidFill>
                <a:latin typeface="Calibri"/>
                <a:ea typeface="Calibri"/>
                <a:cs typeface="Calibri"/>
                <a:sym typeface="Calibri"/>
              </a:rPr>
              <a:t>Data Cleaning steps:</a:t>
            </a:r>
            <a:endParaRPr lang="en-US" sz="1200" dirty="0" smtClean="0">
              <a:solidFill>
                <a:schemeClr val="bg1">
                  <a:lumMod val="95000"/>
                </a:schemeClr>
              </a:solidFill>
            </a:endParaRPr>
          </a:p>
          <a:p>
            <a:pPr marL="742950" lvl="1" indent="-285750" algn="just">
              <a:lnSpc>
                <a:spcPct val="150000"/>
              </a:lnSpc>
              <a:spcBef>
                <a:spcPts val="800"/>
              </a:spcBef>
              <a:buClr>
                <a:srgbClr val="0070C0"/>
              </a:buClr>
              <a:buSzPts val="1800"/>
              <a:buFont typeface="Wingdings" panose="05000000000000000000" pitchFamily="2" charset="2"/>
              <a:buChar char="Ø"/>
            </a:pPr>
            <a:r>
              <a:rPr lang="en-US" sz="1600" dirty="0" smtClean="0">
                <a:solidFill>
                  <a:schemeClr val="bg1">
                    <a:lumMod val="95000"/>
                  </a:schemeClr>
                </a:solidFill>
              </a:rPr>
              <a:t>Loaded data from multiple sources.</a:t>
            </a:r>
            <a:endParaRPr lang="en-US" sz="1200" dirty="0" smtClean="0">
              <a:solidFill>
                <a:schemeClr val="bg1">
                  <a:lumMod val="95000"/>
                </a:schemeClr>
              </a:solidFill>
            </a:endParaRPr>
          </a:p>
          <a:p>
            <a:pPr marL="742950" lvl="1" indent="-285750" algn="just">
              <a:lnSpc>
                <a:spcPct val="150000"/>
              </a:lnSpc>
              <a:buClr>
                <a:srgbClr val="0070C0"/>
              </a:buClr>
              <a:buSzPts val="1800"/>
              <a:buFont typeface="Wingdings" panose="05000000000000000000" pitchFamily="2" charset="2"/>
              <a:buChar char="Ø"/>
            </a:pPr>
            <a:r>
              <a:rPr lang="en-US" sz="1600" dirty="0" smtClean="0">
                <a:solidFill>
                  <a:schemeClr val="bg1">
                    <a:lumMod val="95000"/>
                  </a:schemeClr>
                </a:solidFill>
              </a:rPr>
              <a:t>Removed duplicate and unnecessary columns.</a:t>
            </a:r>
            <a:endParaRPr lang="en-US" sz="1200" dirty="0" smtClean="0">
              <a:solidFill>
                <a:schemeClr val="bg1">
                  <a:lumMod val="95000"/>
                </a:schemeClr>
              </a:solidFill>
            </a:endParaRPr>
          </a:p>
          <a:p>
            <a:pPr marL="742950" lvl="1" indent="-285750" algn="just">
              <a:lnSpc>
                <a:spcPct val="150000"/>
              </a:lnSpc>
              <a:buClr>
                <a:srgbClr val="0070C0"/>
              </a:buClr>
              <a:buSzPts val="1800"/>
              <a:buFont typeface="Wingdings" panose="05000000000000000000" pitchFamily="2" charset="2"/>
              <a:buChar char="Ø"/>
            </a:pPr>
            <a:r>
              <a:rPr lang="en-US" sz="1600" dirty="0" smtClean="0">
                <a:solidFill>
                  <a:schemeClr val="bg1">
                    <a:lumMod val="95000"/>
                  </a:schemeClr>
                </a:solidFill>
              </a:rPr>
              <a:t>Handled missing values.</a:t>
            </a:r>
            <a:endParaRPr lang="en-US" sz="1200" dirty="0" smtClean="0">
              <a:solidFill>
                <a:schemeClr val="bg1">
                  <a:lumMod val="95000"/>
                </a:schemeClr>
              </a:solidFill>
            </a:endParaRPr>
          </a:p>
          <a:p>
            <a:pPr marL="742950" lvl="1" indent="-285750" algn="just">
              <a:lnSpc>
                <a:spcPct val="150000"/>
              </a:lnSpc>
              <a:buClr>
                <a:srgbClr val="0070C0"/>
              </a:buClr>
              <a:buSzPts val="1800"/>
              <a:buFont typeface="Wingdings" panose="05000000000000000000" pitchFamily="2" charset="2"/>
              <a:buChar char="Ø"/>
            </a:pPr>
            <a:r>
              <a:rPr lang="en-US" sz="1600" dirty="0" smtClean="0">
                <a:solidFill>
                  <a:schemeClr val="bg1">
                    <a:lumMod val="95000"/>
                  </a:schemeClr>
                </a:solidFill>
              </a:rPr>
              <a:t>Formatted date and numerical fields.</a:t>
            </a:r>
            <a:endParaRPr lang="en-US" sz="1200" dirty="0" smtClean="0">
              <a:solidFill>
                <a:schemeClr val="bg1">
                  <a:lumMod val="95000"/>
                </a:schemeClr>
              </a:solidFill>
            </a:endParaRPr>
          </a:p>
          <a:p>
            <a:pPr marL="742950" lvl="1" indent="-285750" algn="just">
              <a:lnSpc>
                <a:spcPct val="150000"/>
              </a:lnSpc>
              <a:buClr>
                <a:srgbClr val="0070C0"/>
              </a:buClr>
              <a:buSzPts val="1800"/>
              <a:buFont typeface="Wingdings" panose="05000000000000000000" pitchFamily="2" charset="2"/>
              <a:buChar char="Ø"/>
            </a:pPr>
            <a:r>
              <a:rPr lang="en-US" sz="1600" dirty="0" smtClean="0">
                <a:solidFill>
                  <a:schemeClr val="bg1">
                    <a:lumMod val="95000"/>
                  </a:schemeClr>
                </a:solidFill>
              </a:rPr>
              <a:t>Created calculated columns for analysis</a:t>
            </a:r>
            <a:endParaRPr lang="en-US" sz="1200" dirty="0" smtClean="0">
              <a:solidFill>
                <a:schemeClr val="bg1">
                  <a:lumMod val="95000"/>
                </a:schemeClr>
              </a:solidFill>
            </a:endParaRPr>
          </a:p>
          <a:p>
            <a:pPr marL="742950" lvl="1" indent="-285750" algn="just">
              <a:lnSpc>
                <a:spcPct val="150000"/>
              </a:lnSpc>
              <a:buClr>
                <a:srgbClr val="0070C0"/>
              </a:buClr>
              <a:buSzPts val="1800"/>
              <a:buFont typeface="Wingdings" panose="05000000000000000000" pitchFamily="2" charset="2"/>
              <a:buChar char="Ø"/>
            </a:pPr>
            <a:r>
              <a:rPr lang="en-US" sz="1600" dirty="0" smtClean="0">
                <a:solidFill>
                  <a:schemeClr val="bg1">
                    <a:lumMod val="95000"/>
                  </a:schemeClr>
                </a:solidFill>
              </a:rPr>
              <a:t>Standardized date and time formats. </a:t>
            </a:r>
            <a:endParaRPr lang="en-US" sz="1200" dirty="0" smtClean="0">
              <a:solidFill>
                <a:schemeClr val="bg1">
                  <a:lumMod val="95000"/>
                </a:schemeClr>
              </a:solidFill>
            </a:endParaRPr>
          </a:p>
          <a:p>
            <a:pPr marL="65088" lvl="1" algn="just">
              <a:lnSpc>
                <a:spcPct val="150000"/>
              </a:lnSpc>
            </a:pPr>
            <a:r>
              <a:rPr lang="en-US" sz="2000" b="1" dirty="0" smtClean="0">
                <a:solidFill>
                  <a:schemeClr val="bg1">
                    <a:lumMod val="95000"/>
                  </a:schemeClr>
                </a:solidFill>
                <a:latin typeface="Calibri"/>
                <a:ea typeface="Calibri"/>
                <a:cs typeface="Calibri"/>
                <a:sym typeface="Calibri"/>
              </a:rPr>
              <a:t>2- Data modeling for power bi steps:</a:t>
            </a:r>
          </a:p>
          <a:p>
            <a:pPr marL="742950" lvl="1" indent="-285750" algn="just">
              <a:lnSpc>
                <a:spcPct val="150000"/>
              </a:lnSpc>
              <a:buClr>
                <a:srgbClr val="0070C0"/>
              </a:buClr>
              <a:buSzPts val="1800"/>
              <a:buFont typeface="Arial" panose="020B0604020202020204" pitchFamily="34" charset="0"/>
              <a:buChar char="•"/>
            </a:pPr>
            <a:r>
              <a:rPr lang="en-US" sz="1600" dirty="0" smtClean="0">
                <a:solidFill>
                  <a:schemeClr val="bg1">
                    <a:lumMod val="95000"/>
                  </a:schemeClr>
                </a:solidFill>
              </a:rPr>
              <a:t>Created new calculated fields using DAX</a:t>
            </a:r>
            <a:endParaRPr lang="en-US" sz="1200" dirty="0" smtClean="0">
              <a:solidFill>
                <a:schemeClr val="bg1">
                  <a:lumMod val="95000"/>
                </a:schemeClr>
              </a:solidFill>
            </a:endParaRPr>
          </a:p>
          <a:p>
            <a:pPr marL="742950" lvl="1" indent="-285750" algn="just">
              <a:lnSpc>
                <a:spcPct val="150000"/>
              </a:lnSpc>
              <a:buClr>
                <a:srgbClr val="0070C0"/>
              </a:buClr>
              <a:buSzPts val="1800"/>
              <a:buFont typeface="Arial" panose="020B0604020202020204" pitchFamily="34" charset="0"/>
              <a:buChar char="•"/>
            </a:pPr>
            <a:r>
              <a:rPr lang="en-US" sz="1600" dirty="0" smtClean="0">
                <a:solidFill>
                  <a:schemeClr val="bg1">
                    <a:lumMod val="95000"/>
                  </a:schemeClr>
                </a:solidFill>
              </a:rPr>
              <a:t>Created relation between tables</a:t>
            </a:r>
            <a:endParaRPr lang="en-US" sz="1200" dirty="0" smtClean="0">
              <a:solidFill>
                <a:schemeClr val="bg1">
                  <a:lumMod val="95000"/>
                </a:schemeClr>
              </a:solidFill>
            </a:endParaRPr>
          </a:p>
          <a:p>
            <a:pPr marL="0" lvl="0" indent="0" algn="l" rtl="0">
              <a:spcBef>
                <a:spcPts val="0"/>
              </a:spcBef>
              <a:spcAft>
                <a:spcPts val="0"/>
              </a:spcAft>
              <a:buNone/>
            </a:pPr>
            <a:endParaRPr dirty="0"/>
          </a:p>
        </p:txBody>
      </p:sp>
      <p:sp>
        <p:nvSpPr>
          <p:cNvPr id="123" name="Google Shape;123;p4:notes">
            <a:extLst>
              <a:ext uri="{FF2B5EF4-FFF2-40B4-BE49-F238E27FC236}">
                <a16:creationId xmlns:a16="http://schemas.microsoft.com/office/drawing/2014/main" id="{FA612CA1-874F-39AC-8DDF-09967F74AA8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5713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63281FCC-C9A1-E44C-E473-C68FF8FE4CDE}"/>
            </a:ext>
          </a:extLst>
        </p:cNvPr>
        <p:cNvGrpSpPr/>
        <p:nvPr/>
      </p:nvGrpSpPr>
      <p:grpSpPr>
        <a:xfrm>
          <a:off x="0" y="0"/>
          <a:ext cx="0" cy="0"/>
          <a:chOff x="0" y="0"/>
          <a:chExt cx="0" cy="0"/>
        </a:xfrm>
      </p:grpSpPr>
      <p:sp>
        <p:nvSpPr>
          <p:cNvPr id="122" name="Google Shape;122;p4:notes">
            <a:extLst>
              <a:ext uri="{FF2B5EF4-FFF2-40B4-BE49-F238E27FC236}">
                <a16:creationId xmlns:a16="http://schemas.microsoft.com/office/drawing/2014/main" id="{591D2D52-7F92-9534-1B6A-BAD98D036E2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3" name="Google Shape;123;p4:notes">
            <a:extLst>
              <a:ext uri="{FF2B5EF4-FFF2-40B4-BE49-F238E27FC236}">
                <a16:creationId xmlns:a16="http://schemas.microsoft.com/office/drawing/2014/main" id="{2DCD5ECF-E43E-49DB-EC0B-9BDBC40E40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4078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4" name="Google Shape;18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1" name="Google Shape;23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6" name="Google Shape;25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7" name="Google Shape;27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a:extLst>
            <a:ext uri="{FF2B5EF4-FFF2-40B4-BE49-F238E27FC236}">
              <a16:creationId xmlns:a16="http://schemas.microsoft.com/office/drawing/2014/main" id="{04995819-6A76-C684-D44D-42973932B769}"/>
            </a:ext>
          </a:extLst>
        </p:cNvPr>
        <p:cNvGrpSpPr/>
        <p:nvPr/>
      </p:nvGrpSpPr>
      <p:grpSpPr>
        <a:xfrm>
          <a:off x="0" y="0"/>
          <a:ext cx="0" cy="0"/>
          <a:chOff x="0" y="0"/>
          <a:chExt cx="0" cy="0"/>
        </a:xfrm>
      </p:grpSpPr>
      <p:sp>
        <p:nvSpPr>
          <p:cNvPr id="276" name="Google Shape;276;p14:notes">
            <a:extLst>
              <a:ext uri="{FF2B5EF4-FFF2-40B4-BE49-F238E27FC236}">
                <a16:creationId xmlns:a16="http://schemas.microsoft.com/office/drawing/2014/main" id="{938A6934-26F2-84F1-66B1-99D79F17670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7" name="Google Shape;277;p14:notes">
            <a:extLst>
              <a:ext uri="{FF2B5EF4-FFF2-40B4-BE49-F238E27FC236}">
                <a16:creationId xmlns:a16="http://schemas.microsoft.com/office/drawing/2014/main" id="{2F07A38C-A13B-EE47-D2AE-4DEFD3C4A5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5350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C67E17D7-A8CF-0EAB-1F7C-EECF774BC043}"/>
            </a:ext>
          </a:extLst>
        </p:cNvPr>
        <p:cNvGrpSpPr/>
        <p:nvPr/>
      </p:nvGrpSpPr>
      <p:grpSpPr>
        <a:xfrm>
          <a:off x="0" y="0"/>
          <a:ext cx="0" cy="0"/>
          <a:chOff x="0" y="0"/>
          <a:chExt cx="0" cy="0"/>
        </a:xfrm>
      </p:grpSpPr>
      <p:sp>
        <p:nvSpPr>
          <p:cNvPr id="173" name="Google Shape;173;p9:notes">
            <a:extLst>
              <a:ext uri="{FF2B5EF4-FFF2-40B4-BE49-F238E27FC236}">
                <a16:creationId xmlns:a16="http://schemas.microsoft.com/office/drawing/2014/main" id="{8988A571-0524-3968-E3D7-4505B748BCD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9:notes">
            <a:extLst>
              <a:ext uri="{FF2B5EF4-FFF2-40B4-BE49-F238E27FC236}">
                <a16:creationId xmlns:a16="http://schemas.microsoft.com/office/drawing/2014/main" id="{B158D955-C426-595C-34EF-9F84E575B2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72751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C67E17D7-A8CF-0EAB-1F7C-EECF774BC043}"/>
            </a:ext>
          </a:extLst>
        </p:cNvPr>
        <p:cNvGrpSpPr/>
        <p:nvPr/>
      </p:nvGrpSpPr>
      <p:grpSpPr>
        <a:xfrm>
          <a:off x="0" y="0"/>
          <a:ext cx="0" cy="0"/>
          <a:chOff x="0" y="0"/>
          <a:chExt cx="0" cy="0"/>
        </a:xfrm>
      </p:grpSpPr>
      <p:sp>
        <p:nvSpPr>
          <p:cNvPr id="173" name="Google Shape;173;p9:notes">
            <a:extLst>
              <a:ext uri="{FF2B5EF4-FFF2-40B4-BE49-F238E27FC236}">
                <a16:creationId xmlns:a16="http://schemas.microsoft.com/office/drawing/2014/main" id="{8988A571-0524-3968-E3D7-4505B748BCD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9:notes">
            <a:extLst>
              <a:ext uri="{FF2B5EF4-FFF2-40B4-BE49-F238E27FC236}">
                <a16:creationId xmlns:a16="http://schemas.microsoft.com/office/drawing/2014/main" id="{B158D955-C426-595C-34EF-9F84E575B2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2886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C67E17D7-A8CF-0EAB-1F7C-EECF774BC043}"/>
            </a:ext>
          </a:extLst>
        </p:cNvPr>
        <p:cNvGrpSpPr/>
        <p:nvPr/>
      </p:nvGrpSpPr>
      <p:grpSpPr>
        <a:xfrm>
          <a:off x="0" y="0"/>
          <a:ext cx="0" cy="0"/>
          <a:chOff x="0" y="0"/>
          <a:chExt cx="0" cy="0"/>
        </a:xfrm>
      </p:grpSpPr>
      <p:sp>
        <p:nvSpPr>
          <p:cNvPr id="173" name="Google Shape;173;p9:notes">
            <a:extLst>
              <a:ext uri="{FF2B5EF4-FFF2-40B4-BE49-F238E27FC236}">
                <a16:creationId xmlns:a16="http://schemas.microsoft.com/office/drawing/2014/main" id="{8988A571-0524-3968-E3D7-4505B748BCD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9:notes">
            <a:extLst>
              <a:ext uri="{FF2B5EF4-FFF2-40B4-BE49-F238E27FC236}">
                <a16:creationId xmlns:a16="http://schemas.microsoft.com/office/drawing/2014/main" id="{B158D955-C426-595C-34EF-9F84E575B2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94444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C67E17D7-A8CF-0EAB-1F7C-EECF774BC043}"/>
            </a:ext>
          </a:extLst>
        </p:cNvPr>
        <p:cNvGrpSpPr/>
        <p:nvPr/>
      </p:nvGrpSpPr>
      <p:grpSpPr>
        <a:xfrm>
          <a:off x="0" y="0"/>
          <a:ext cx="0" cy="0"/>
          <a:chOff x="0" y="0"/>
          <a:chExt cx="0" cy="0"/>
        </a:xfrm>
      </p:grpSpPr>
      <p:sp>
        <p:nvSpPr>
          <p:cNvPr id="173" name="Google Shape;173;p9:notes">
            <a:extLst>
              <a:ext uri="{FF2B5EF4-FFF2-40B4-BE49-F238E27FC236}">
                <a16:creationId xmlns:a16="http://schemas.microsoft.com/office/drawing/2014/main" id="{8988A571-0524-3968-E3D7-4505B748BCD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9:notes">
            <a:extLst>
              <a:ext uri="{FF2B5EF4-FFF2-40B4-BE49-F238E27FC236}">
                <a16:creationId xmlns:a16="http://schemas.microsoft.com/office/drawing/2014/main" id="{B158D955-C426-595C-34EF-9F84E575B2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00556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C67E17D7-A8CF-0EAB-1F7C-EECF774BC043}"/>
            </a:ext>
          </a:extLst>
        </p:cNvPr>
        <p:cNvGrpSpPr/>
        <p:nvPr/>
      </p:nvGrpSpPr>
      <p:grpSpPr>
        <a:xfrm>
          <a:off x="0" y="0"/>
          <a:ext cx="0" cy="0"/>
          <a:chOff x="0" y="0"/>
          <a:chExt cx="0" cy="0"/>
        </a:xfrm>
      </p:grpSpPr>
      <p:sp>
        <p:nvSpPr>
          <p:cNvPr id="173" name="Google Shape;173;p9:notes">
            <a:extLst>
              <a:ext uri="{FF2B5EF4-FFF2-40B4-BE49-F238E27FC236}">
                <a16:creationId xmlns:a16="http://schemas.microsoft.com/office/drawing/2014/main" id="{8988A571-0524-3968-E3D7-4505B748BCD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9:notes">
            <a:extLst>
              <a:ext uri="{FF2B5EF4-FFF2-40B4-BE49-F238E27FC236}">
                <a16:creationId xmlns:a16="http://schemas.microsoft.com/office/drawing/2014/main" id="{B158D955-C426-595C-34EF-9F84E575B2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10237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831" name="Google Shape;83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831" name="Google Shape;83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928794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831" name="Google Shape;83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201134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831" name="Google Shape;83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076626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831" name="Google Shape;83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576599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831" name="Google Shape;83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686685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831" name="Google Shape;83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978131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831" name="Google Shape;83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524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831" name="Google Shape;83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559528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94220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831" name="Google Shape;83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708113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831" name="Google Shape;83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839574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831" name="Google Shape;83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40245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dirty="0"/>
          </a:p>
        </p:txBody>
      </p:sp>
      <p:sp>
        <p:nvSpPr>
          <p:cNvPr id="831" name="Google Shape;83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370436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889" name="Google Shape;889;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9" name="Google Shape;899;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pic>
        <p:nvPicPr>
          <p:cNvPr id="2" name="Picture 1">
            <a:extLst>
              <a:ext uri="{FF2B5EF4-FFF2-40B4-BE49-F238E27FC236}">
                <a16:creationId xmlns:a16="http://schemas.microsoft.com/office/drawing/2014/main" id="{3E339091-6459-9D10-5875-3A9382DDED6A}"/>
              </a:ext>
            </a:extLst>
          </p:cNvPr>
          <p:cNvPicPr>
            <a:picLocks noChangeAspect="1"/>
          </p:cNvPicPr>
          <p:nvPr userDrawn="1"/>
        </p:nvPicPr>
        <p:blipFill>
          <a:blip r:embed="rId2"/>
          <a:stretch>
            <a:fillRect/>
          </a:stretch>
        </p:blipFill>
        <p:spPr>
          <a:xfrm>
            <a:off x="3239" y="-8762"/>
            <a:ext cx="12185522" cy="6858000"/>
          </a:xfrm>
          <a:prstGeom prst="rect">
            <a:avLst/>
          </a:prstGeom>
        </p:spPr>
      </p:pic>
      <p:sp>
        <p:nvSpPr>
          <p:cNvPr id="22" name="Google Shape;22;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4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4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4" name="Google Shape;34;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4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4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4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4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4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4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4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4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4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5"/>
          <p:cNvSpPr>
            <a:spLocks noGrp="1"/>
          </p:cNvSpPr>
          <p:nvPr>
            <p:ph type="pic" idx="2"/>
          </p:nvPr>
        </p:nvSpPr>
        <p:spPr>
          <a:xfrm>
            <a:off x="5183188" y="987425"/>
            <a:ext cx="6172200" cy="4873625"/>
          </a:xfrm>
          <a:prstGeom prst="rect">
            <a:avLst/>
          </a:prstGeom>
          <a:noFill/>
          <a:ln>
            <a:noFill/>
          </a:ln>
        </p:spPr>
      </p:sp>
      <p:sp>
        <p:nvSpPr>
          <p:cNvPr id="68" name="Google Shape;68;p4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mt="54000"/>
          </a:blip>
          <a:stretch>
            <a:fillRect/>
          </a:stretch>
        </a:blipFill>
        <a:effectLst/>
      </p:bgPr>
    </p:bg>
    <p:spTree>
      <p:nvGrpSpPr>
        <p:cNvPr id="1" name="Shape 9"/>
        <p:cNvGrpSpPr/>
        <p:nvPr/>
      </p:nvGrpSpPr>
      <p:grpSpPr>
        <a:xfrm>
          <a:off x="0" y="0"/>
          <a:ext cx="0" cy="0"/>
          <a:chOff x="0" y="0"/>
          <a:chExt cx="0" cy="0"/>
        </a:xfrm>
      </p:grpSpPr>
      <p:pic>
        <p:nvPicPr>
          <p:cNvPr id="3" name="Picture 2">
            <a:extLst>
              <a:ext uri="{FF2B5EF4-FFF2-40B4-BE49-F238E27FC236}">
                <a16:creationId xmlns:a16="http://schemas.microsoft.com/office/drawing/2014/main" id="{C8936038-5501-C312-FF4D-F95A1AEBF33A}"/>
              </a:ext>
            </a:extLst>
          </p:cNvPr>
          <p:cNvPicPr>
            <a:picLocks noChangeAspect="1"/>
          </p:cNvPicPr>
          <p:nvPr userDrawn="1"/>
        </p:nvPicPr>
        <p:blipFill>
          <a:blip r:embed="rId14"/>
          <a:stretch>
            <a:fillRect/>
          </a:stretch>
        </p:blipFill>
        <p:spPr>
          <a:xfrm>
            <a:off x="3239" y="0"/>
            <a:ext cx="12185522" cy="6858000"/>
          </a:xfrm>
          <a:prstGeom prst="rect">
            <a:avLst/>
          </a:prstGeom>
        </p:spPr>
      </p:pic>
      <p:sp>
        <p:nvSpPr>
          <p:cNvPr id="10" name="Google Shape;10;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slide" Target="slide22.xml"/><Relationship Id="rId4" Type="http://schemas.openxmlformats.org/officeDocument/2006/relationships/slide" Target="slide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slide" Target="slide22.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2.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slide" Target="slide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slide" Target="slide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slide" Target="slide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slide" Target="slide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slide" Target="slide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slide" Target="slide4.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slide" Target="slide4.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slide" Target="slide4.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3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9.jpeg"/><Relationship Id="rId4" Type="http://schemas.openxmlformats.org/officeDocument/2006/relationships/slide" Target="slide4.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9.jpeg"/><Relationship Id="rId4" Type="http://schemas.openxmlformats.org/officeDocument/2006/relationships/slide" Target="slide4.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9.jpeg"/><Relationship Id="rId4" Type="http://schemas.openxmlformats.org/officeDocument/2006/relationships/slide" Target="slide4.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29.jpeg"/><Relationship Id="rId4" Type="http://schemas.openxmlformats.org/officeDocument/2006/relationships/slide" Target="slide4.xml"/></Relationships>
</file>

<file path=ppt/slides/_rels/slide3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90" name="Google Shape;90;p1"/>
          <p:cNvSpPr/>
          <p:nvPr/>
        </p:nvSpPr>
        <p:spPr>
          <a:xfrm>
            <a:off x="1524" y="0"/>
            <a:ext cx="12188952" cy="685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4" name="Group 3">
            <a:extLst>
              <a:ext uri="{FF2B5EF4-FFF2-40B4-BE49-F238E27FC236}">
                <a16:creationId xmlns:a16="http://schemas.microsoft.com/office/drawing/2014/main" id="{875310CE-EAFF-0213-92E9-7599D9603E55}"/>
              </a:ext>
            </a:extLst>
          </p:cNvPr>
          <p:cNvGrpSpPr/>
          <p:nvPr/>
        </p:nvGrpSpPr>
        <p:grpSpPr>
          <a:xfrm>
            <a:off x="-1524" y="1"/>
            <a:ext cx="12192000" cy="6857999"/>
            <a:chOff x="-19944" y="-29135"/>
            <a:chExt cx="18307944" cy="10287000"/>
          </a:xfrm>
        </p:grpSpPr>
        <p:pic>
          <p:nvPicPr>
            <p:cNvPr id="5" name="Picture 4">
              <a:extLst>
                <a:ext uri="{FF2B5EF4-FFF2-40B4-BE49-F238E27FC236}">
                  <a16:creationId xmlns:a16="http://schemas.microsoft.com/office/drawing/2014/main" id="{6BACB76A-638D-B9C1-B56D-948C76255317}"/>
                </a:ext>
              </a:extLst>
            </p:cNvPr>
            <p:cNvPicPr>
              <a:picLocks noChangeAspect="1"/>
            </p:cNvPicPr>
            <p:nvPr/>
          </p:nvPicPr>
          <p:blipFill>
            <a:blip r:embed="rId3"/>
            <a:stretch>
              <a:fillRect/>
            </a:stretch>
          </p:blipFill>
          <p:spPr>
            <a:xfrm>
              <a:off x="-19944" y="-29135"/>
              <a:ext cx="18307944" cy="10287000"/>
            </a:xfrm>
            <a:prstGeom prst="rect">
              <a:avLst/>
            </a:prstGeom>
          </p:spPr>
        </p:pic>
        <p:sp>
          <p:nvSpPr>
            <p:cNvPr id="6" name="Google Shape;92;p1">
              <a:extLst>
                <a:ext uri="{FF2B5EF4-FFF2-40B4-BE49-F238E27FC236}">
                  <a16:creationId xmlns:a16="http://schemas.microsoft.com/office/drawing/2014/main" id="{E3306C9C-B771-57EA-F4F9-1F484AD52BF7}"/>
                </a:ext>
              </a:extLst>
            </p:cNvPr>
            <p:cNvSpPr/>
            <p:nvPr/>
          </p:nvSpPr>
          <p:spPr>
            <a:xfrm>
              <a:off x="452718" y="271266"/>
              <a:ext cx="1406156" cy="1769024"/>
            </a:xfrm>
            <a:custGeom>
              <a:avLst/>
              <a:gdLst/>
              <a:ahLst/>
              <a:cxnLst/>
              <a:rect l="l" t="t" r="r" b="b"/>
              <a:pathLst>
                <a:path w="3147794" h="2893939" extrusionOk="0">
                  <a:moveTo>
                    <a:pt x="0" y="0"/>
                  </a:moveTo>
                  <a:lnTo>
                    <a:pt x="3147794" y="0"/>
                  </a:lnTo>
                  <a:lnTo>
                    <a:pt x="3147794" y="2893939"/>
                  </a:lnTo>
                  <a:lnTo>
                    <a:pt x="0" y="2893939"/>
                  </a:lnTo>
                  <a:lnTo>
                    <a:pt x="0" y="0"/>
                  </a:lnTo>
                  <a:close/>
                </a:path>
              </a:pathLst>
            </a:custGeom>
            <a:blipFill rotWithShape="1">
              <a:blip r:embed="rId4"/>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7" name="Picture 6">
              <a:extLst>
                <a:ext uri="{FF2B5EF4-FFF2-40B4-BE49-F238E27FC236}">
                  <a16:creationId xmlns:a16="http://schemas.microsoft.com/office/drawing/2014/main" id="{FD2963DA-4032-13B9-F4AC-22C43274D71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782800" y="29135"/>
              <a:ext cx="3505200" cy="2336800"/>
            </a:xfrm>
            <a:prstGeom prst="rect">
              <a:avLst/>
            </a:prstGeom>
          </p:spPr>
        </p:pic>
      </p:grpSp>
      <p:sp>
        <p:nvSpPr>
          <p:cNvPr id="9" name="TextBox 8">
            <a:extLst>
              <a:ext uri="{FF2B5EF4-FFF2-40B4-BE49-F238E27FC236}">
                <a16:creationId xmlns:a16="http://schemas.microsoft.com/office/drawing/2014/main" id="{7D8B878C-0783-1AA3-20C6-143792042465}"/>
              </a:ext>
            </a:extLst>
          </p:cNvPr>
          <p:cNvSpPr txBox="1"/>
          <p:nvPr/>
        </p:nvSpPr>
        <p:spPr>
          <a:xfrm>
            <a:off x="0" y="5265837"/>
            <a:ext cx="8067675" cy="523220"/>
          </a:xfrm>
          <a:prstGeom prst="rect">
            <a:avLst/>
          </a:prstGeom>
          <a:noFill/>
        </p:spPr>
        <p:txBody>
          <a:bodyPr wrap="square">
            <a:spAutoFit/>
          </a:bodyPr>
          <a:lstStyle/>
          <a:p>
            <a:r>
              <a:rPr lang="en-US" sz="2800" b="1" dirty="0">
                <a:solidFill>
                  <a:schemeClr val="bg1">
                    <a:lumMod val="95000"/>
                  </a:schemeClr>
                </a:solidFill>
              </a:rPr>
              <a:t>SOCIAL MEDIA ADDICTION ANALYTICS</a:t>
            </a:r>
          </a:p>
        </p:txBody>
      </p:sp>
      <p:sp>
        <p:nvSpPr>
          <p:cNvPr id="11" name="TextBox 10">
            <a:extLst>
              <a:ext uri="{FF2B5EF4-FFF2-40B4-BE49-F238E27FC236}">
                <a16:creationId xmlns:a16="http://schemas.microsoft.com/office/drawing/2014/main" id="{48801DEF-3FCD-CC4F-4DA9-49B1363E539C}"/>
              </a:ext>
            </a:extLst>
          </p:cNvPr>
          <p:cNvSpPr txBox="1"/>
          <p:nvPr/>
        </p:nvSpPr>
        <p:spPr>
          <a:xfrm>
            <a:off x="-63436" y="5805964"/>
            <a:ext cx="6157912" cy="369332"/>
          </a:xfrm>
          <a:prstGeom prst="rect">
            <a:avLst/>
          </a:prstGeom>
          <a:noFill/>
        </p:spPr>
        <p:txBody>
          <a:bodyPr wrap="square">
            <a:spAutoFit/>
          </a:bodyPr>
          <a:lstStyle/>
          <a:p>
            <a:pPr algn="ctr"/>
            <a:r>
              <a:rPr lang="en-US" sz="1800" dirty="0">
                <a:solidFill>
                  <a:schemeClr val="bg1">
                    <a:lumMod val="95000"/>
                  </a:schemeClr>
                </a:solidFill>
              </a:rPr>
              <a:t>Behavior • Mental Health • Productivity</a:t>
            </a:r>
          </a:p>
        </p:txBody>
      </p:sp>
      <p:sp>
        <p:nvSpPr>
          <p:cNvPr id="13" name="TextBox 12">
            <a:extLst>
              <a:ext uri="{FF2B5EF4-FFF2-40B4-BE49-F238E27FC236}">
                <a16:creationId xmlns:a16="http://schemas.microsoft.com/office/drawing/2014/main" id="{B4F54557-13B7-07FA-A373-E1619C30E07B}"/>
              </a:ext>
            </a:extLst>
          </p:cNvPr>
          <p:cNvSpPr txBox="1"/>
          <p:nvPr/>
        </p:nvSpPr>
        <p:spPr>
          <a:xfrm>
            <a:off x="7727156" y="6396335"/>
            <a:ext cx="6157912" cy="338554"/>
          </a:xfrm>
          <a:prstGeom prst="rect">
            <a:avLst/>
          </a:prstGeom>
          <a:noFill/>
        </p:spPr>
        <p:txBody>
          <a:bodyPr wrap="square">
            <a:spAutoFit/>
          </a:bodyPr>
          <a:lstStyle/>
          <a:p>
            <a:r>
              <a:rPr lang="en-US" sz="1600" i="1" dirty="0">
                <a:solidFill>
                  <a:schemeClr val="bg1">
                    <a:lumMod val="95000"/>
                  </a:schemeClr>
                </a:solidFill>
              </a:rPr>
              <a:t>“Turning behavioral data into actionable insights.”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98">
          <a:extLst>
            <a:ext uri="{FF2B5EF4-FFF2-40B4-BE49-F238E27FC236}">
              <a16:creationId xmlns:a16="http://schemas.microsoft.com/office/drawing/2014/main" id="{8A18B8AF-235B-E687-57E4-2759D98B7FC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D431571-FC52-BB53-321A-C80946861089}"/>
              </a:ext>
            </a:extLst>
          </p:cNvPr>
          <p:cNvPicPr>
            <a:picLocks noChangeAspect="1"/>
          </p:cNvPicPr>
          <p:nvPr/>
        </p:nvPicPr>
        <p:blipFill>
          <a:blip r:embed="rId3"/>
          <a:stretch>
            <a:fillRect/>
          </a:stretch>
        </p:blipFill>
        <p:spPr>
          <a:xfrm>
            <a:off x="3239" y="0"/>
            <a:ext cx="12185522" cy="6858000"/>
          </a:xfrm>
          <a:prstGeom prst="rect">
            <a:avLst/>
          </a:prstGeom>
        </p:spPr>
      </p:pic>
      <p:sp>
        <p:nvSpPr>
          <p:cNvPr id="100" name="Google Shape;100;p2">
            <a:extLst>
              <a:ext uri="{FF2B5EF4-FFF2-40B4-BE49-F238E27FC236}">
                <a16:creationId xmlns:a16="http://schemas.microsoft.com/office/drawing/2014/main" id="{27D84111-576D-62BB-95F4-4E2CF6EA9F30}"/>
              </a:ext>
            </a:extLst>
          </p:cNvPr>
          <p:cNvSpPr/>
          <p:nvPr/>
        </p:nvSpPr>
        <p:spPr>
          <a:xfrm>
            <a:off x="611163" y="309488"/>
            <a:ext cx="11226018" cy="773723"/>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1">
              <a:spcBef>
                <a:spcPts val="0"/>
              </a:spcBef>
              <a:spcAft>
                <a:spcPts val="0"/>
              </a:spcAft>
              <a:buNone/>
            </a:pPr>
            <a:endParaRPr sz="3600" b="1" i="0" u="none" strike="noStrike" cap="none" dirty="0">
              <a:solidFill>
                <a:schemeClr val="bg1">
                  <a:lumMod val="95000"/>
                </a:schemeClr>
              </a:solidFill>
              <a:latin typeface="Calibri"/>
              <a:ea typeface="Calibri"/>
              <a:cs typeface="Calibri"/>
              <a:sym typeface="Calibri"/>
            </a:endParaRPr>
          </a:p>
        </p:txBody>
      </p:sp>
      <p:sp>
        <p:nvSpPr>
          <p:cNvPr id="101" name="Google Shape;101;p2">
            <a:extLst>
              <a:ext uri="{FF2B5EF4-FFF2-40B4-BE49-F238E27FC236}">
                <a16:creationId xmlns:a16="http://schemas.microsoft.com/office/drawing/2014/main" id="{86C02308-140B-2584-EE6F-9659005F246E}"/>
              </a:ext>
            </a:extLst>
          </p:cNvPr>
          <p:cNvSpPr/>
          <p:nvPr/>
        </p:nvSpPr>
        <p:spPr>
          <a:xfrm>
            <a:off x="1638300" y="1491175"/>
            <a:ext cx="9349594"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marR="0" lvl="0" indent="-457200" algn="l" rtl="0">
              <a:spcBef>
                <a:spcPts val="0"/>
              </a:spcBef>
              <a:spcAft>
                <a:spcPts val="0"/>
              </a:spcAft>
              <a:buClr>
                <a:srgbClr val="7030A0"/>
              </a:buClr>
              <a:buSzPts val="2800"/>
              <a:buFont typeface="Noto Sans Symbols"/>
              <a:buChar char="▪"/>
            </a:pPr>
            <a:r>
              <a:rPr lang="en-US" sz="2800" b="0" i="0" u="sng" strike="noStrike" cap="none" dirty="0">
                <a:solidFill>
                  <a:schemeClr val="bg1">
                    <a:lumMod val="95000"/>
                  </a:schemeClr>
                </a:solidFill>
                <a:latin typeface="Calibri"/>
                <a:ea typeface="Calibri"/>
                <a:cs typeface="Calibri"/>
                <a:sym typeface="Calibri"/>
                <a:hlinkClick r:id="rId4" action="ppaction://hlinksldjump">
                  <a:extLst>
                    <a:ext uri="{A12FA001-AC4F-418D-AE19-62706E023703}">
                      <ahyp:hlinkClr xmlns:ahyp="http://schemas.microsoft.com/office/drawing/2018/hyperlinkcolor" xmlns="" val="tx"/>
                    </a:ext>
                  </a:extLst>
                </a:hlinkClick>
              </a:rPr>
              <a:t>Team</a:t>
            </a:r>
            <a:endParaRPr sz="2800" b="0" i="0" u="none" strike="noStrike" cap="none" dirty="0">
              <a:solidFill>
                <a:schemeClr val="bg1">
                  <a:lumMod val="95000"/>
                </a:schemeClr>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02CEC9BD-2C23-D20E-154A-1D8544F44AD3}"/>
              </a:ext>
            </a:extLst>
          </p:cNvPr>
          <p:cNvSpPr/>
          <p:nvPr/>
        </p:nvSpPr>
        <p:spPr>
          <a:xfrm>
            <a:off x="1638300" y="2222695"/>
            <a:ext cx="9349594"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u="sng" dirty="0">
                <a:solidFill>
                  <a:schemeClr val="bg1">
                    <a:lumMod val="95000"/>
                  </a:schemeClr>
                </a:solidFill>
                <a:latin typeface="Calibri"/>
                <a:ea typeface="Calibri"/>
                <a:cs typeface="Calibri"/>
                <a:sym typeface="Calibri"/>
              </a:rPr>
              <a:t>The problem</a:t>
            </a:r>
            <a:endParaRPr sz="2800" b="0" i="0" u="none" strike="noStrike" cap="none" dirty="0">
              <a:solidFill>
                <a:schemeClr val="bg1">
                  <a:lumMod val="95000"/>
                </a:schemeClr>
              </a:solidFill>
              <a:latin typeface="Calibri"/>
              <a:ea typeface="Calibri"/>
              <a:cs typeface="Calibri"/>
              <a:sym typeface="Calibri"/>
            </a:endParaRPr>
          </a:p>
        </p:txBody>
      </p:sp>
      <p:sp>
        <p:nvSpPr>
          <p:cNvPr id="103" name="Google Shape;103;p2">
            <a:extLst>
              <a:ext uri="{FF2B5EF4-FFF2-40B4-BE49-F238E27FC236}">
                <a16:creationId xmlns:a16="http://schemas.microsoft.com/office/drawing/2014/main" id="{800FAD7C-EA22-CCB2-31B1-1BB3BFD3DE04}"/>
              </a:ext>
            </a:extLst>
          </p:cNvPr>
          <p:cNvSpPr/>
          <p:nvPr/>
        </p:nvSpPr>
        <p:spPr>
          <a:xfrm>
            <a:off x="1638300" y="2937802"/>
            <a:ext cx="9349594"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b="0" i="0" u="sng" strike="noStrike" cap="none" dirty="0">
                <a:solidFill>
                  <a:schemeClr val="bg1">
                    <a:lumMod val="95000"/>
                  </a:schemeClr>
                </a:solidFill>
                <a:latin typeface="Calibri"/>
                <a:ea typeface="Calibri"/>
                <a:cs typeface="Calibri"/>
                <a:sym typeface="Calibri"/>
              </a:rPr>
              <a:t>Under Standing the Data</a:t>
            </a:r>
            <a:endParaRPr sz="2800" b="0" i="0" u="none" strike="noStrike" cap="none" dirty="0">
              <a:solidFill>
                <a:schemeClr val="bg1">
                  <a:lumMod val="95000"/>
                </a:schemeClr>
              </a:solidFill>
              <a:latin typeface="Calibri"/>
              <a:ea typeface="Calibri"/>
              <a:cs typeface="Calibri"/>
              <a:sym typeface="Calibri"/>
            </a:endParaRPr>
          </a:p>
        </p:txBody>
      </p:sp>
      <p:sp>
        <p:nvSpPr>
          <p:cNvPr id="104" name="Google Shape;104;p2">
            <a:extLst>
              <a:ext uri="{FF2B5EF4-FFF2-40B4-BE49-F238E27FC236}">
                <a16:creationId xmlns:a16="http://schemas.microsoft.com/office/drawing/2014/main" id="{6E94FFB4-D133-31B5-3C17-17FA4938B305}"/>
              </a:ext>
            </a:extLst>
          </p:cNvPr>
          <p:cNvSpPr/>
          <p:nvPr/>
        </p:nvSpPr>
        <p:spPr>
          <a:xfrm>
            <a:off x="1638300" y="3664635"/>
            <a:ext cx="9349594"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b="0" i="0" u="sng" strike="noStrike" cap="none" dirty="0">
                <a:solidFill>
                  <a:schemeClr val="bg1">
                    <a:lumMod val="95000"/>
                  </a:schemeClr>
                </a:solidFill>
                <a:latin typeface="Calibri"/>
                <a:ea typeface="Calibri"/>
                <a:cs typeface="Calibri"/>
                <a:sym typeface="Calibri"/>
              </a:rPr>
              <a:t>Behavioral Analytics</a:t>
            </a:r>
            <a:endParaRPr sz="2800" b="0" i="0" u="none" strike="noStrike" cap="none" dirty="0">
              <a:solidFill>
                <a:schemeClr val="bg1">
                  <a:lumMod val="95000"/>
                </a:schemeClr>
              </a:solidFill>
              <a:latin typeface="Calibri"/>
              <a:ea typeface="Calibri"/>
              <a:cs typeface="Calibri"/>
              <a:sym typeface="Calibri"/>
            </a:endParaRPr>
          </a:p>
        </p:txBody>
      </p:sp>
      <p:sp>
        <p:nvSpPr>
          <p:cNvPr id="105" name="Google Shape;105;p2">
            <a:extLst>
              <a:ext uri="{FF2B5EF4-FFF2-40B4-BE49-F238E27FC236}">
                <a16:creationId xmlns:a16="http://schemas.microsoft.com/office/drawing/2014/main" id="{21CFBF73-A52B-F1B8-E399-F3645398033E}"/>
              </a:ext>
            </a:extLst>
          </p:cNvPr>
          <p:cNvSpPr/>
          <p:nvPr/>
        </p:nvSpPr>
        <p:spPr>
          <a:xfrm>
            <a:off x="1638300" y="4384429"/>
            <a:ext cx="9349594"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b="0" i="0" u="sng" strike="noStrike" cap="none" dirty="0">
                <a:solidFill>
                  <a:schemeClr val="bg1">
                    <a:lumMod val="95000"/>
                  </a:schemeClr>
                </a:solidFill>
                <a:latin typeface="Calibri"/>
                <a:ea typeface="Calibri"/>
                <a:cs typeface="Calibri"/>
                <a:sym typeface="Calibri"/>
                <a:hlinkClick r:id="rId5" action="ppaction://hlinksldjump">
                  <a:extLst>
                    <a:ext uri="{A12FA001-AC4F-418D-AE19-62706E023703}">
                      <ahyp:hlinkClr xmlns:ahyp="http://schemas.microsoft.com/office/drawing/2018/hyperlinkcolor" xmlns="" val="tx"/>
                    </a:ext>
                  </a:extLst>
                </a:hlinkClick>
              </a:rPr>
              <a:t>Key Insights</a:t>
            </a:r>
            <a:endParaRPr sz="2800" b="0" i="0" u="none" strike="noStrike" cap="none" dirty="0">
              <a:solidFill>
                <a:schemeClr val="bg1">
                  <a:lumMod val="95000"/>
                </a:schemeClr>
              </a:solidFill>
              <a:latin typeface="Calibri"/>
              <a:ea typeface="Calibri"/>
              <a:cs typeface="Calibri"/>
              <a:sym typeface="Calibri"/>
            </a:endParaRPr>
          </a:p>
        </p:txBody>
      </p:sp>
      <p:pic>
        <p:nvPicPr>
          <p:cNvPr id="106" name="Google Shape;106;p2">
            <a:extLst>
              <a:ext uri="{FF2B5EF4-FFF2-40B4-BE49-F238E27FC236}">
                <a16:creationId xmlns:a16="http://schemas.microsoft.com/office/drawing/2014/main" id="{146933B4-BA74-23AA-4799-8B0C11F447F6}"/>
              </a:ext>
            </a:extLst>
          </p:cNvPr>
          <p:cNvPicPr preferRelativeResize="0"/>
          <p:nvPr/>
        </p:nvPicPr>
        <p:blipFill rotWithShape="1">
          <a:blip r:embed="rId6">
            <a:alphaModFix/>
          </a:blip>
          <a:srcRect/>
          <a:stretch/>
        </p:blipFill>
        <p:spPr>
          <a:xfrm>
            <a:off x="250372" y="5714999"/>
            <a:ext cx="1215571" cy="1088193"/>
          </a:xfrm>
          <a:prstGeom prst="rect">
            <a:avLst/>
          </a:prstGeom>
          <a:noFill/>
          <a:ln>
            <a:noFill/>
          </a:ln>
        </p:spPr>
      </p:pic>
      <p:sp>
        <p:nvSpPr>
          <p:cNvPr id="107" name="Google Shape;107;p2">
            <a:extLst>
              <a:ext uri="{FF2B5EF4-FFF2-40B4-BE49-F238E27FC236}">
                <a16:creationId xmlns:a16="http://schemas.microsoft.com/office/drawing/2014/main" id="{171550A3-C3D6-B685-4129-36D8AEF45F1D}"/>
              </a:ext>
            </a:extLst>
          </p:cNvPr>
          <p:cNvSpPr/>
          <p:nvPr/>
        </p:nvSpPr>
        <p:spPr>
          <a:xfrm>
            <a:off x="589971" y="465518"/>
            <a:ext cx="11226018" cy="461665"/>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solidFill>
                  <a:schemeClr val="bg1">
                    <a:lumMod val="95000"/>
                  </a:schemeClr>
                </a:solidFill>
              </a:rPr>
              <a:t>Our Analytics Journey</a:t>
            </a:r>
            <a:endParaRPr dirty="0">
              <a:solidFill>
                <a:schemeClr val="bg1">
                  <a:lumMod val="95000"/>
                </a:schemeClr>
              </a:solidFill>
            </a:endParaRPr>
          </a:p>
        </p:txBody>
      </p:sp>
      <p:sp>
        <p:nvSpPr>
          <p:cNvPr id="2" name="Google Shape;105;p2">
            <a:extLst>
              <a:ext uri="{FF2B5EF4-FFF2-40B4-BE49-F238E27FC236}">
                <a16:creationId xmlns:a16="http://schemas.microsoft.com/office/drawing/2014/main" id="{5417D92D-DA51-6F66-7F44-5B779046C669}"/>
              </a:ext>
            </a:extLst>
          </p:cNvPr>
          <p:cNvSpPr/>
          <p:nvPr/>
        </p:nvSpPr>
        <p:spPr>
          <a:xfrm>
            <a:off x="1638300" y="5194054"/>
            <a:ext cx="9349594"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b="0" i="0" u="sng" strike="noStrike" cap="none" dirty="0">
                <a:solidFill>
                  <a:schemeClr val="bg1">
                    <a:lumMod val="95000"/>
                  </a:schemeClr>
                </a:solidFill>
                <a:latin typeface="Calibri"/>
                <a:ea typeface="Calibri"/>
                <a:cs typeface="Calibri"/>
                <a:sym typeface="Calibri"/>
              </a:rPr>
              <a:t>Recommendations</a:t>
            </a:r>
            <a:endParaRPr sz="2800" b="0" i="0" u="none" strike="noStrike" cap="none" dirty="0">
              <a:solidFill>
                <a:schemeClr val="bg1">
                  <a:lumMod val="95000"/>
                </a:schemeClr>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14C865FC-5A45-1D23-206F-718A85826BBC}"/>
              </a:ext>
            </a:extLst>
          </p:cNvPr>
          <p:cNvPicPr>
            <a:picLocks noChangeAspect="1"/>
          </p:cNvPicPr>
          <p:nvPr/>
        </p:nvPicPr>
        <p:blipFill>
          <a:blip r:embed="rId7"/>
          <a:stretch>
            <a:fillRect/>
          </a:stretch>
        </p:blipFill>
        <p:spPr>
          <a:xfrm>
            <a:off x="1790958" y="1555615"/>
            <a:ext cx="523617" cy="523617"/>
          </a:xfrm>
          <a:prstGeom prst="rect">
            <a:avLst/>
          </a:prstGeom>
        </p:spPr>
      </p:pic>
    </p:spTree>
    <p:extLst>
      <p:ext uri="{BB962C8B-B14F-4D97-AF65-F5344CB8AC3E}">
        <p14:creationId xmlns:p14="http://schemas.microsoft.com/office/powerpoint/2010/main" val="3281401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98">
          <a:extLst>
            <a:ext uri="{FF2B5EF4-FFF2-40B4-BE49-F238E27FC236}">
              <a16:creationId xmlns:a16="http://schemas.microsoft.com/office/drawing/2014/main" id="{34693730-3CCE-E6B8-A0D6-E49DCC92BA6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E073061-53FA-B799-B7BC-5D05F3B572A5}"/>
              </a:ext>
            </a:extLst>
          </p:cNvPr>
          <p:cNvPicPr>
            <a:picLocks noChangeAspect="1"/>
          </p:cNvPicPr>
          <p:nvPr/>
        </p:nvPicPr>
        <p:blipFill>
          <a:blip r:embed="rId3"/>
          <a:stretch>
            <a:fillRect/>
          </a:stretch>
        </p:blipFill>
        <p:spPr>
          <a:xfrm>
            <a:off x="3239" y="0"/>
            <a:ext cx="12185522" cy="6858000"/>
          </a:xfrm>
          <a:prstGeom prst="rect">
            <a:avLst/>
          </a:prstGeom>
        </p:spPr>
      </p:pic>
      <p:sp>
        <p:nvSpPr>
          <p:cNvPr id="100" name="Google Shape;100;p2">
            <a:extLst>
              <a:ext uri="{FF2B5EF4-FFF2-40B4-BE49-F238E27FC236}">
                <a16:creationId xmlns:a16="http://schemas.microsoft.com/office/drawing/2014/main" id="{456FFC37-9B97-606B-6A66-10A997C2D667}"/>
              </a:ext>
            </a:extLst>
          </p:cNvPr>
          <p:cNvSpPr/>
          <p:nvPr/>
        </p:nvSpPr>
        <p:spPr>
          <a:xfrm>
            <a:off x="611163" y="309488"/>
            <a:ext cx="11226018" cy="773723"/>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1">
              <a:spcBef>
                <a:spcPts val="0"/>
              </a:spcBef>
              <a:spcAft>
                <a:spcPts val="0"/>
              </a:spcAft>
              <a:buNone/>
            </a:pPr>
            <a:endParaRPr sz="3600" b="1" i="0" u="none" strike="noStrike" cap="none" dirty="0">
              <a:solidFill>
                <a:schemeClr val="bg1">
                  <a:lumMod val="95000"/>
                </a:schemeClr>
              </a:solidFill>
              <a:latin typeface="Calibri"/>
              <a:ea typeface="Calibri"/>
              <a:cs typeface="Calibri"/>
              <a:sym typeface="Calibri"/>
            </a:endParaRPr>
          </a:p>
        </p:txBody>
      </p:sp>
      <p:sp>
        <p:nvSpPr>
          <p:cNvPr id="101" name="Google Shape;101;p2">
            <a:extLst>
              <a:ext uri="{FF2B5EF4-FFF2-40B4-BE49-F238E27FC236}">
                <a16:creationId xmlns:a16="http://schemas.microsoft.com/office/drawing/2014/main" id="{3F0426A7-56F8-4DC2-D412-800ADDF9D6CC}"/>
              </a:ext>
            </a:extLst>
          </p:cNvPr>
          <p:cNvSpPr/>
          <p:nvPr/>
        </p:nvSpPr>
        <p:spPr>
          <a:xfrm>
            <a:off x="1638300" y="1491175"/>
            <a:ext cx="9349594"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marR="0" lvl="0" indent="-457200" algn="l" rtl="0">
              <a:spcBef>
                <a:spcPts val="0"/>
              </a:spcBef>
              <a:spcAft>
                <a:spcPts val="0"/>
              </a:spcAft>
              <a:buClr>
                <a:srgbClr val="7030A0"/>
              </a:buClr>
              <a:buSzPts val="2800"/>
              <a:buFont typeface="Noto Sans Symbols"/>
              <a:buChar char="▪"/>
            </a:pPr>
            <a:r>
              <a:rPr lang="en-US" sz="2800" b="0" i="0" u="sng" strike="noStrike" cap="none" dirty="0">
                <a:solidFill>
                  <a:schemeClr val="bg1">
                    <a:lumMod val="95000"/>
                  </a:schemeClr>
                </a:solidFill>
                <a:latin typeface="Calibri"/>
                <a:ea typeface="Calibri"/>
                <a:cs typeface="Calibri"/>
                <a:sym typeface="Calibri"/>
                <a:hlinkClick r:id="rId4" action="ppaction://hlinksldjump">
                  <a:extLst>
                    <a:ext uri="{A12FA001-AC4F-418D-AE19-62706E023703}">
                      <ahyp:hlinkClr xmlns:ahyp="http://schemas.microsoft.com/office/drawing/2018/hyperlinkcolor" xmlns="" val="tx"/>
                    </a:ext>
                  </a:extLst>
                </a:hlinkClick>
              </a:rPr>
              <a:t>Team</a:t>
            </a:r>
            <a:endParaRPr sz="2800" b="0" i="0" u="none" strike="noStrike" cap="none" dirty="0">
              <a:solidFill>
                <a:schemeClr val="bg1">
                  <a:lumMod val="95000"/>
                </a:schemeClr>
              </a:solidFill>
              <a:latin typeface="Calibri"/>
              <a:ea typeface="Calibri"/>
              <a:cs typeface="Calibri"/>
              <a:sym typeface="Calibri"/>
            </a:endParaRPr>
          </a:p>
        </p:txBody>
      </p:sp>
      <p:sp>
        <p:nvSpPr>
          <p:cNvPr id="102" name="Google Shape;102;p2">
            <a:extLst>
              <a:ext uri="{FF2B5EF4-FFF2-40B4-BE49-F238E27FC236}">
                <a16:creationId xmlns:a16="http://schemas.microsoft.com/office/drawing/2014/main" id="{F9509D74-4002-46D8-C547-71B488CBEBED}"/>
              </a:ext>
            </a:extLst>
          </p:cNvPr>
          <p:cNvSpPr/>
          <p:nvPr/>
        </p:nvSpPr>
        <p:spPr>
          <a:xfrm>
            <a:off x="1638300" y="2222695"/>
            <a:ext cx="9349594"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u="sng" dirty="0">
                <a:solidFill>
                  <a:schemeClr val="bg1">
                    <a:lumMod val="95000"/>
                  </a:schemeClr>
                </a:solidFill>
                <a:latin typeface="Calibri"/>
                <a:ea typeface="Calibri"/>
                <a:cs typeface="Calibri"/>
                <a:sym typeface="Calibri"/>
              </a:rPr>
              <a:t>The problem</a:t>
            </a:r>
          </a:p>
          <a:p>
            <a:pPr lvl="0" algn="r">
              <a:buClr>
                <a:srgbClr val="7030A0"/>
              </a:buClr>
              <a:buSzPts val="2800"/>
            </a:pPr>
            <a:r>
              <a:rPr lang="en-US" sz="1800" b="0" i="0" strike="noStrike" cap="none" dirty="0">
                <a:solidFill>
                  <a:schemeClr val="bg1">
                    <a:lumMod val="95000"/>
                  </a:schemeClr>
                </a:solidFill>
                <a:latin typeface="Calibri"/>
                <a:ea typeface="Calibri"/>
                <a:cs typeface="Calibri"/>
                <a:sym typeface="Calibri"/>
              </a:rPr>
              <a:t>              </a:t>
            </a:r>
            <a:r>
              <a:rPr lang="en-US" sz="1800" dirty="0">
                <a:solidFill>
                  <a:schemeClr val="bg1">
                    <a:lumMod val="95000"/>
                  </a:schemeClr>
                </a:solidFill>
              </a:rPr>
              <a:t>Why social media addiction matters</a:t>
            </a:r>
            <a:endParaRPr sz="1800" b="0" i="0" strike="noStrike" cap="none" dirty="0">
              <a:solidFill>
                <a:schemeClr val="bg1">
                  <a:lumMod val="95000"/>
                </a:schemeClr>
              </a:solidFill>
              <a:latin typeface="Calibri"/>
              <a:ea typeface="Calibri"/>
              <a:cs typeface="Calibri"/>
              <a:sym typeface="Calibri"/>
            </a:endParaRPr>
          </a:p>
        </p:txBody>
      </p:sp>
      <p:sp>
        <p:nvSpPr>
          <p:cNvPr id="103" name="Google Shape;103;p2">
            <a:extLst>
              <a:ext uri="{FF2B5EF4-FFF2-40B4-BE49-F238E27FC236}">
                <a16:creationId xmlns:a16="http://schemas.microsoft.com/office/drawing/2014/main" id="{6199FA5C-68C0-B8BA-ACB1-ABC7265C37EA}"/>
              </a:ext>
            </a:extLst>
          </p:cNvPr>
          <p:cNvSpPr/>
          <p:nvPr/>
        </p:nvSpPr>
        <p:spPr>
          <a:xfrm>
            <a:off x="1638300" y="3128302"/>
            <a:ext cx="9349594"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b="0" i="0" u="sng" strike="noStrike" cap="none" dirty="0">
                <a:solidFill>
                  <a:schemeClr val="bg1">
                    <a:lumMod val="95000"/>
                  </a:schemeClr>
                </a:solidFill>
                <a:latin typeface="Calibri"/>
                <a:ea typeface="Calibri"/>
                <a:cs typeface="Calibri"/>
                <a:sym typeface="Calibri"/>
              </a:rPr>
              <a:t>Under Standing the Data</a:t>
            </a:r>
          </a:p>
          <a:p>
            <a:pPr lvl="0" algn="r">
              <a:buClr>
                <a:srgbClr val="7030A0"/>
              </a:buClr>
              <a:buSzPts val="2800"/>
            </a:pPr>
            <a:r>
              <a:rPr lang="en-US" sz="1800" u="sng" dirty="0">
                <a:solidFill>
                  <a:schemeClr val="bg1">
                    <a:lumMod val="95000"/>
                  </a:schemeClr>
                </a:solidFill>
                <a:latin typeface="Calibri"/>
                <a:ea typeface="Calibri"/>
                <a:cs typeface="Calibri"/>
                <a:sym typeface="Calibri"/>
              </a:rPr>
              <a:t> </a:t>
            </a:r>
            <a:r>
              <a:rPr lang="en-US" sz="1800" dirty="0">
                <a:solidFill>
                  <a:schemeClr val="bg1">
                    <a:lumMod val="95000"/>
                  </a:schemeClr>
                </a:solidFill>
              </a:rPr>
              <a:t>Dataset • Preprocessing • Modeling</a:t>
            </a:r>
            <a:endParaRPr sz="1800" b="0" i="0" u="none" strike="noStrike" cap="none" dirty="0">
              <a:solidFill>
                <a:schemeClr val="bg1">
                  <a:lumMod val="95000"/>
                </a:schemeClr>
              </a:solidFill>
              <a:latin typeface="Calibri"/>
              <a:ea typeface="Calibri"/>
              <a:cs typeface="Calibri"/>
              <a:sym typeface="Calibri"/>
            </a:endParaRPr>
          </a:p>
        </p:txBody>
      </p:sp>
      <p:sp>
        <p:nvSpPr>
          <p:cNvPr id="104" name="Google Shape;104;p2">
            <a:extLst>
              <a:ext uri="{FF2B5EF4-FFF2-40B4-BE49-F238E27FC236}">
                <a16:creationId xmlns:a16="http://schemas.microsoft.com/office/drawing/2014/main" id="{D2CB3C27-C0A1-3D1F-67BC-D6D12A3F2172}"/>
              </a:ext>
            </a:extLst>
          </p:cNvPr>
          <p:cNvSpPr/>
          <p:nvPr/>
        </p:nvSpPr>
        <p:spPr>
          <a:xfrm>
            <a:off x="1638300" y="4045635"/>
            <a:ext cx="9349594"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b="0" i="0" u="sng" strike="noStrike" cap="none" dirty="0">
                <a:solidFill>
                  <a:schemeClr val="bg1">
                    <a:lumMod val="95000"/>
                  </a:schemeClr>
                </a:solidFill>
                <a:latin typeface="Calibri"/>
                <a:ea typeface="Calibri"/>
                <a:cs typeface="Calibri"/>
                <a:sym typeface="Calibri"/>
              </a:rPr>
              <a:t>Behavioral Analytics</a:t>
            </a:r>
          </a:p>
          <a:p>
            <a:pPr lvl="0" algn="r">
              <a:buClr>
                <a:srgbClr val="7030A0"/>
              </a:buClr>
              <a:buSzPts val="2800"/>
            </a:pPr>
            <a:r>
              <a:rPr lang="en-US" sz="1800" dirty="0">
                <a:solidFill>
                  <a:schemeClr val="bg1">
                    <a:lumMod val="95000"/>
                  </a:schemeClr>
                </a:solidFill>
              </a:rPr>
              <a:t>Usage • Mental Health • Productivity</a:t>
            </a:r>
            <a:endParaRPr sz="1800" dirty="0">
              <a:solidFill>
                <a:schemeClr val="bg1">
                  <a:lumMod val="95000"/>
                </a:schemeClr>
              </a:solidFill>
              <a:sym typeface="Calibri"/>
            </a:endParaRPr>
          </a:p>
        </p:txBody>
      </p:sp>
      <p:sp>
        <p:nvSpPr>
          <p:cNvPr id="105" name="Google Shape;105;p2">
            <a:extLst>
              <a:ext uri="{FF2B5EF4-FFF2-40B4-BE49-F238E27FC236}">
                <a16:creationId xmlns:a16="http://schemas.microsoft.com/office/drawing/2014/main" id="{62B8F7E6-697D-3734-FB28-1D9888833ED5}"/>
              </a:ext>
            </a:extLst>
          </p:cNvPr>
          <p:cNvSpPr/>
          <p:nvPr/>
        </p:nvSpPr>
        <p:spPr>
          <a:xfrm>
            <a:off x="1638300" y="4946404"/>
            <a:ext cx="9349594"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b="0" i="0" u="sng" strike="noStrike" cap="none" dirty="0">
                <a:solidFill>
                  <a:schemeClr val="bg1">
                    <a:lumMod val="95000"/>
                  </a:schemeClr>
                </a:solidFill>
                <a:latin typeface="Calibri"/>
                <a:ea typeface="Calibri"/>
                <a:cs typeface="Calibri"/>
                <a:sym typeface="Calibri"/>
                <a:hlinkClick r:id="rId5" action="ppaction://hlinksldjump">
                  <a:extLst>
                    <a:ext uri="{A12FA001-AC4F-418D-AE19-62706E023703}">
                      <ahyp:hlinkClr xmlns:ahyp="http://schemas.microsoft.com/office/drawing/2018/hyperlinkcolor" xmlns="" val="tx"/>
                    </a:ext>
                  </a:extLst>
                </a:hlinkClick>
              </a:rPr>
              <a:t>Key Insights</a:t>
            </a:r>
            <a:endParaRPr lang="en-US" sz="2800" b="0" i="0" u="sng" strike="noStrike" cap="none" dirty="0">
              <a:solidFill>
                <a:schemeClr val="bg1">
                  <a:lumMod val="95000"/>
                </a:schemeClr>
              </a:solidFill>
              <a:latin typeface="Calibri"/>
              <a:ea typeface="Calibri"/>
              <a:cs typeface="Calibri"/>
              <a:sym typeface="Calibri"/>
            </a:endParaRPr>
          </a:p>
          <a:p>
            <a:pPr lvl="0" algn="r">
              <a:buClr>
                <a:srgbClr val="7030A0"/>
              </a:buClr>
              <a:buSzPts val="2800"/>
            </a:pPr>
            <a:r>
              <a:rPr lang="en-US" sz="1800" dirty="0">
                <a:solidFill>
                  <a:schemeClr val="bg1">
                    <a:lumMod val="95000"/>
                  </a:schemeClr>
                </a:solidFill>
              </a:rPr>
              <a:t>Addiction patterns • High-risk users</a:t>
            </a:r>
            <a:endParaRPr sz="1800" dirty="0">
              <a:solidFill>
                <a:schemeClr val="bg1">
                  <a:lumMod val="95000"/>
                </a:schemeClr>
              </a:solidFill>
              <a:sym typeface="Calibri"/>
            </a:endParaRPr>
          </a:p>
        </p:txBody>
      </p:sp>
      <p:pic>
        <p:nvPicPr>
          <p:cNvPr id="106" name="Google Shape;106;p2">
            <a:extLst>
              <a:ext uri="{FF2B5EF4-FFF2-40B4-BE49-F238E27FC236}">
                <a16:creationId xmlns:a16="http://schemas.microsoft.com/office/drawing/2014/main" id="{EE9F94B3-BFE8-A247-F642-8B9A3EED5B4E}"/>
              </a:ext>
            </a:extLst>
          </p:cNvPr>
          <p:cNvPicPr preferRelativeResize="0"/>
          <p:nvPr/>
        </p:nvPicPr>
        <p:blipFill rotWithShape="1">
          <a:blip r:embed="rId6">
            <a:alphaModFix/>
          </a:blip>
          <a:srcRect/>
          <a:stretch/>
        </p:blipFill>
        <p:spPr>
          <a:xfrm>
            <a:off x="250372" y="5714999"/>
            <a:ext cx="1215571" cy="1088193"/>
          </a:xfrm>
          <a:prstGeom prst="rect">
            <a:avLst/>
          </a:prstGeom>
          <a:noFill/>
          <a:ln>
            <a:noFill/>
          </a:ln>
        </p:spPr>
      </p:pic>
      <p:sp>
        <p:nvSpPr>
          <p:cNvPr id="107" name="Google Shape;107;p2">
            <a:extLst>
              <a:ext uri="{FF2B5EF4-FFF2-40B4-BE49-F238E27FC236}">
                <a16:creationId xmlns:a16="http://schemas.microsoft.com/office/drawing/2014/main" id="{7E89EF91-284A-731B-EADD-4861502590E7}"/>
              </a:ext>
            </a:extLst>
          </p:cNvPr>
          <p:cNvSpPr/>
          <p:nvPr/>
        </p:nvSpPr>
        <p:spPr>
          <a:xfrm>
            <a:off x="589971" y="465518"/>
            <a:ext cx="11226018" cy="461665"/>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solidFill>
                  <a:schemeClr val="bg1">
                    <a:lumMod val="95000"/>
                  </a:schemeClr>
                </a:solidFill>
              </a:rPr>
              <a:t>Our Analytics Journey</a:t>
            </a:r>
            <a:endParaRPr dirty="0">
              <a:solidFill>
                <a:schemeClr val="bg1">
                  <a:lumMod val="95000"/>
                </a:schemeClr>
              </a:solidFill>
            </a:endParaRPr>
          </a:p>
        </p:txBody>
      </p:sp>
      <p:sp>
        <p:nvSpPr>
          <p:cNvPr id="2" name="Google Shape;105;p2">
            <a:extLst>
              <a:ext uri="{FF2B5EF4-FFF2-40B4-BE49-F238E27FC236}">
                <a16:creationId xmlns:a16="http://schemas.microsoft.com/office/drawing/2014/main" id="{F1B08380-29DF-1150-736A-DF2DE36396E0}"/>
              </a:ext>
            </a:extLst>
          </p:cNvPr>
          <p:cNvSpPr/>
          <p:nvPr/>
        </p:nvSpPr>
        <p:spPr>
          <a:xfrm>
            <a:off x="1638300" y="5946529"/>
            <a:ext cx="9349594"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b="0" i="0" u="sng" strike="noStrike" cap="none" dirty="0">
                <a:solidFill>
                  <a:schemeClr val="bg1">
                    <a:lumMod val="95000"/>
                  </a:schemeClr>
                </a:solidFill>
                <a:latin typeface="Calibri"/>
                <a:ea typeface="Calibri"/>
                <a:cs typeface="Calibri"/>
                <a:sym typeface="Calibri"/>
              </a:rPr>
              <a:t>Recommendations</a:t>
            </a:r>
          </a:p>
          <a:p>
            <a:pPr lvl="0" algn="r">
              <a:buClr>
                <a:srgbClr val="7030A0"/>
              </a:buClr>
              <a:buSzPts val="2800"/>
            </a:pPr>
            <a:r>
              <a:rPr lang="en-US" sz="1800" dirty="0">
                <a:solidFill>
                  <a:schemeClr val="bg1">
                    <a:lumMod val="95000"/>
                  </a:schemeClr>
                </a:solidFill>
              </a:rPr>
              <a:t>Actions • Future improvements</a:t>
            </a:r>
            <a:endParaRPr sz="1800" b="0" i="0" u="none" strike="noStrike" cap="none" dirty="0">
              <a:solidFill>
                <a:schemeClr val="bg1">
                  <a:lumMod val="95000"/>
                </a:schemeClr>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0D366E4E-5680-C7F0-7747-7A978C38BEA0}"/>
              </a:ext>
            </a:extLst>
          </p:cNvPr>
          <p:cNvPicPr>
            <a:picLocks noChangeAspect="1"/>
          </p:cNvPicPr>
          <p:nvPr/>
        </p:nvPicPr>
        <p:blipFill>
          <a:blip r:embed="rId7"/>
          <a:stretch>
            <a:fillRect/>
          </a:stretch>
        </p:blipFill>
        <p:spPr>
          <a:xfrm>
            <a:off x="1790958" y="1555615"/>
            <a:ext cx="523617" cy="523617"/>
          </a:xfrm>
          <a:prstGeom prst="rect">
            <a:avLst/>
          </a:prstGeom>
        </p:spPr>
      </p:pic>
    </p:spTree>
    <p:extLst>
      <p:ext uri="{BB962C8B-B14F-4D97-AF65-F5344CB8AC3E}">
        <p14:creationId xmlns:p14="http://schemas.microsoft.com/office/powerpoint/2010/main" val="693834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111"/>
        <p:cNvGrpSpPr/>
        <p:nvPr/>
      </p:nvGrpSpPr>
      <p:grpSpPr>
        <a:xfrm>
          <a:off x="0" y="0"/>
          <a:ext cx="0" cy="0"/>
          <a:chOff x="0" y="0"/>
          <a:chExt cx="0" cy="0"/>
        </a:xfrm>
      </p:grpSpPr>
      <p:pic>
        <p:nvPicPr>
          <p:cNvPr id="3" name="Picture 2">
            <a:extLst>
              <a:ext uri="{FF2B5EF4-FFF2-40B4-BE49-F238E27FC236}">
                <a16:creationId xmlns:a16="http://schemas.microsoft.com/office/drawing/2014/main" id="{6D947FEC-EAE9-7A4C-78E3-2F0E33F8EBE4}"/>
              </a:ext>
            </a:extLst>
          </p:cNvPr>
          <p:cNvPicPr>
            <a:picLocks noChangeAspect="1"/>
          </p:cNvPicPr>
          <p:nvPr/>
        </p:nvPicPr>
        <p:blipFill>
          <a:blip r:embed="rId3"/>
          <a:stretch>
            <a:fillRect/>
          </a:stretch>
        </p:blipFill>
        <p:spPr>
          <a:xfrm>
            <a:off x="3239" y="-8762"/>
            <a:ext cx="12185522" cy="6858000"/>
          </a:xfrm>
          <a:prstGeom prst="rect">
            <a:avLst/>
          </a:prstGeom>
        </p:spPr>
      </p:pic>
      <p:sp>
        <p:nvSpPr>
          <p:cNvPr id="113" name="Google Shape;113;p3"/>
          <p:cNvSpPr/>
          <p:nvPr/>
        </p:nvSpPr>
        <p:spPr>
          <a:xfrm>
            <a:off x="508000" y="364063"/>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marR="0" lvl="0" indent="-457200" algn="l" rtl="0">
              <a:spcBef>
                <a:spcPts val="0"/>
              </a:spcBef>
              <a:spcAft>
                <a:spcPts val="0"/>
              </a:spcAft>
              <a:buClr>
                <a:srgbClr val="7030A0"/>
              </a:buClr>
              <a:buSzPts val="2400"/>
              <a:buFont typeface="Noto Sans Symbols"/>
              <a:buChar char="▪"/>
            </a:pPr>
            <a:r>
              <a:rPr lang="en-US" sz="2400" b="0" i="0" u="none" strike="noStrike" cap="none">
                <a:solidFill>
                  <a:schemeClr val="bg1">
                    <a:lumMod val="95000"/>
                  </a:schemeClr>
                </a:solidFill>
                <a:latin typeface="Calibri"/>
                <a:ea typeface="Calibri"/>
                <a:cs typeface="Calibri"/>
                <a:sym typeface="Calibri"/>
              </a:rPr>
              <a:t>Team Members:</a:t>
            </a:r>
            <a:endParaRPr sz="2400" b="0" i="0" u="none" strike="noStrike" cap="none">
              <a:solidFill>
                <a:schemeClr val="bg1">
                  <a:lumMod val="95000"/>
                </a:schemeClr>
              </a:solidFill>
              <a:latin typeface="Calibri"/>
              <a:ea typeface="Calibri"/>
              <a:cs typeface="Calibri"/>
              <a:sym typeface="Calibri"/>
            </a:endParaRPr>
          </a:p>
        </p:txBody>
      </p:sp>
      <p:sp>
        <p:nvSpPr>
          <p:cNvPr id="114" name="Google Shape;114;p3">
            <a:hlinkClick r:id="rId4"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5" name="Google Shape;115;p3"/>
          <p:cNvSpPr/>
          <p:nvPr/>
        </p:nvSpPr>
        <p:spPr>
          <a:xfrm>
            <a:off x="1944914" y="1202434"/>
            <a:ext cx="8990944" cy="503623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2400" b="1" i="0" u="none" strike="noStrike" cap="none">
              <a:solidFill>
                <a:schemeClr val="dk1"/>
              </a:solidFill>
              <a:latin typeface="Calibri"/>
              <a:ea typeface="Calibri"/>
              <a:cs typeface="Calibri"/>
              <a:sym typeface="Calibri"/>
            </a:endParaRPr>
          </a:p>
        </p:txBody>
      </p:sp>
      <p:pic>
        <p:nvPicPr>
          <p:cNvPr id="116" name="Google Shape;116;p3"/>
          <p:cNvPicPr preferRelativeResize="0"/>
          <p:nvPr/>
        </p:nvPicPr>
        <p:blipFill rotWithShape="1">
          <a:blip r:embed="rId5">
            <a:alphaModFix/>
          </a:blip>
          <a:srcRect/>
          <a:stretch/>
        </p:blipFill>
        <p:spPr>
          <a:xfrm>
            <a:off x="250372" y="5714999"/>
            <a:ext cx="1215571" cy="1088193"/>
          </a:xfrm>
          <a:prstGeom prst="rect">
            <a:avLst/>
          </a:prstGeom>
          <a:noFill/>
          <a:ln>
            <a:noFill/>
          </a:ln>
        </p:spPr>
      </p:pic>
      <p:sp>
        <p:nvSpPr>
          <p:cNvPr id="119" name="Google Shape;119;p3"/>
          <p:cNvSpPr/>
          <p:nvPr/>
        </p:nvSpPr>
        <p:spPr>
          <a:xfrm>
            <a:off x="6589115" y="3116470"/>
            <a:ext cx="2986147" cy="2036194"/>
          </a:xfrm>
          <a:prstGeom prst="roundRect">
            <a:avLst>
              <a:gd name="adj" fmla="val 16667"/>
            </a:avLst>
          </a:prstGeom>
          <a:solidFill>
            <a:srgbClr val="162235">
              <a:alpha val="75000"/>
            </a:srgbClr>
          </a:solidFill>
          <a:ln>
            <a:noFill/>
          </a:ln>
          <a:effectLst>
            <a:outerShdw blurRad="50800" dist="38100" dir="2700000" algn="tl" rotWithShape="0">
              <a:schemeClr val="bg1">
                <a:lumMod val="50000"/>
                <a:alpha val="40000"/>
              </a:schemeClr>
            </a:outerShdw>
          </a:effectLst>
        </p:spPr>
        <p:txBody>
          <a:bodyPr spcFirstLastPara="1" wrap="square" lIns="91425" tIns="45700" rIns="91425" bIns="45700" anchor="t" anchorCtr="0">
            <a:noAutofit/>
          </a:bodyPr>
          <a:lstStyle/>
          <a:p>
            <a:pPr lvl="0">
              <a:lnSpc>
                <a:spcPct val="150000"/>
              </a:lnSpc>
              <a:spcBef>
                <a:spcPts val="800"/>
              </a:spcBef>
            </a:pPr>
            <a:r>
              <a:rPr lang="en-US" sz="2400" b="1" i="0" u="none" strike="noStrike" cap="none" dirty="0">
                <a:solidFill>
                  <a:schemeClr val="bg1">
                    <a:lumMod val="95000"/>
                  </a:schemeClr>
                </a:solidFill>
                <a:latin typeface="Calibri"/>
                <a:ea typeface="Calibri"/>
                <a:cs typeface="Calibri"/>
                <a:sym typeface="Calibri"/>
              </a:rPr>
              <a:t>4- </a:t>
            </a:r>
            <a:r>
              <a:rPr lang="en-US" sz="2400" b="1" dirty="0">
                <a:solidFill>
                  <a:schemeClr val="bg1">
                    <a:lumMod val="95000"/>
                  </a:schemeClr>
                </a:solidFill>
                <a:latin typeface="Calibri" panose="020F0502020204030204"/>
                <a:ea typeface="Calibri" panose="020F0502020204030204"/>
                <a:cs typeface="Calibri" panose="020F0502020204030204"/>
                <a:sym typeface="Calibri" panose="020F0502020204030204"/>
              </a:rPr>
              <a:t>Amr Mansour</a:t>
            </a:r>
            <a:r>
              <a:rPr lang="en-US" sz="2400" b="1" i="0" u="none" strike="noStrike" cap="none" dirty="0">
                <a:solidFill>
                  <a:schemeClr val="bg1">
                    <a:lumMod val="95000"/>
                  </a:schemeClr>
                </a:solidFill>
                <a:latin typeface="Calibri"/>
                <a:ea typeface="Calibri"/>
                <a:cs typeface="Calibri"/>
                <a:sym typeface="Calibri"/>
              </a:rPr>
              <a:t>.</a:t>
            </a:r>
            <a:endParaRPr sz="2400" b="1" i="0" u="none" strike="noStrike" cap="none" dirty="0">
              <a:solidFill>
                <a:schemeClr val="bg1">
                  <a:lumMod val="95000"/>
                </a:schemeClr>
              </a:solidFill>
              <a:latin typeface="Calibri"/>
              <a:ea typeface="Calibri"/>
              <a:cs typeface="Calibri"/>
              <a:sym typeface="Calibri"/>
            </a:endParaRPr>
          </a:p>
          <a:p>
            <a:pPr marL="0" marR="0" lvl="0" indent="0" algn="l" rtl="0">
              <a:lnSpc>
                <a:spcPct val="150000"/>
              </a:lnSpc>
              <a:spcBef>
                <a:spcPts val="800"/>
              </a:spcBef>
              <a:spcAft>
                <a:spcPts val="0"/>
              </a:spcAft>
              <a:buNone/>
            </a:pPr>
            <a:r>
              <a:rPr lang="en-US" sz="2400" b="1" i="0" u="none" strike="noStrike" cap="none" dirty="0">
                <a:solidFill>
                  <a:schemeClr val="bg1">
                    <a:lumMod val="95000"/>
                  </a:schemeClr>
                </a:solidFill>
                <a:latin typeface="Calibri"/>
                <a:ea typeface="Calibri"/>
                <a:cs typeface="Calibri"/>
                <a:sym typeface="Calibri"/>
              </a:rPr>
              <a:t>5- Mostafa.</a:t>
            </a:r>
            <a:endParaRPr sz="2400" b="1" i="0" u="none" strike="noStrike" cap="none" dirty="0">
              <a:solidFill>
                <a:schemeClr val="bg1">
                  <a:lumMod val="95000"/>
                </a:schemeClr>
              </a:solidFill>
              <a:latin typeface="Calibri"/>
              <a:ea typeface="Calibri"/>
              <a:cs typeface="Calibri"/>
              <a:sym typeface="Calibri"/>
            </a:endParaRPr>
          </a:p>
        </p:txBody>
      </p:sp>
      <p:sp>
        <p:nvSpPr>
          <p:cNvPr id="120" name="Google Shape;120;p3"/>
          <p:cNvSpPr/>
          <p:nvPr/>
        </p:nvSpPr>
        <p:spPr>
          <a:xfrm>
            <a:off x="3195559" y="3187798"/>
            <a:ext cx="2916844" cy="1964866"/>
          </a:xfrm>
          <a:prstGeom prst="roundRect">
            <a:avLst>
              <a:gd name="adj" fmla="val 16667"/>
            </a:avLst>
          </a:prstGeom>
          <a:solidFill>
            <a:srgbClr val="162235">
              <a:alpha val="75000"/>
            </a:srgbClr>
          </a:solidFill>
          <a:ln>
            <a:noFill/>
          </a:ln>
          <a:effectLst>
            <a:outerShdw blurRad="50800" dist="38100" dir="2700000" algn="tl" rotWithShape="0">
              <a:schemeClr val="bg1">
                <a:lumMod val="50000"/>
                <a:alpha val="40000"/>
              </a:schemeClr>
            </a:outerShdw>
          </a:effectLst>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dk1"/>
              </a:buClr>
              <a:buSzPts val="2400"/>
              <a:buFont typeface="Calibri"/>
              <a:buNone/>
            </a:pPr>
            <a:r>
              <a:rPr lang="en-US" sz="2400" b="1" i="0" u="none" strike="noStrike" cap="none" dirty="0">
                <a:solidFill>
                  <a:schemeClr val="bg1">
                    <a:lumMod val="95000"/>
                  </a:schemeClr>
                </a:solidFill>
                <a:latin typeface="Calibri"/>
                <a:ea typeface="Calibri"/>
                <a:cs typeface="Calibri"/>
                <a:sym typeface="Calibri"/>
              </a:rPr>
              <a:t>1- Ramez Gamal.</a:t>
            </a:r>
            <a:endParaRPr sz="1800" b="0" i="0" u="none" strike="noStrike" cap="none" dirty="0">
              <a:solidFill>
                <a:schemeClr val="bg1">
                  <a:lumMod val="95000"/>
                </a:schemeClr>
              </a:solidFill>
              <a:latin typeface="Arial"/>
              <a:ea typeface="Arial"/>
              <a:cs typeface="Arial"/>
              <a:sym typeface="Arial"/>
            </a:endParaRPr>
          </a:p>
          <a:p>
            <a:pPr lvl="0">
              <a:lnSpc>
                <a:spcPct val="150000"/>
              </a:lnSpc>
              <a:spcBef>
                <a:spcPts val="800"/>
              </a:spcBef>
              <a:buClr>
                <a:schemeClr val="dk1"/>
              </a:buClr>
              <a:buSzPts val="2400"/>
            </a:pPr>
            <a:r>
              <a:rPr lang="en-US" sz="2400" b="1" i="0" u="none" strike="noStrike" cap="none" dirty="0">
                <a:solidFill>
                  <a:schemeClr val="bg1">
                    <a:lumMod val="95000"/>
                  </a:schemeClr>
                </a:solidFill>
                <a:latin typeface="Calibri"/>
                <a:ea typeface="Calibri"/>
                <a:cs typeface="Calibri"/>
                <a:sym typeface="Calibri"/>
              </a:rPr>
              <a:t>2- </a:t>
            </a:r>
            <a:r>
              <a:rPr lang="en-US" sz="2400" b="1" dirty="0">
                <a:solidFill>
                  <a:schemeClr val="bg1">
                    <a:lumMod val="95000"/>
                  </a:schemeClr>
                </a:solidFill>
                <a:latin typeface="Calibri" panose="020F0502020204030204"/>
                <a:ea typeface="Calibri" panose="020F0502020204030204"/>
                <a:cs typeface="Calibri" panose="020F0502020204030204"/>
                <a:sym typeface="Calibri" panose="020F0502020204030204"/>
              </a:rPr>
              <a:t>Asmaa </a:t>
            </a:r>
            <a:r>
              <a:rPr lang="en-US" sz="2400" b="1" dirty="0" err="1">
                <a:solidFill>
                  <a:schemeClr val="bg1">
                    <a:lumMod val="95000"/>
                  </a:schemeClr>
                </a:solidFill>
                <a:latin typeface="Calibri" panose="020F0502020204030204"/>
                <a:ea typeface="Calibri" panose="020F0502020204030204"/>
                <a:cs typeface="Calibri" panose="020F0502020204030204"/>
                <a:sym typeface="Calibri" panose="020F0502020204030204"/>
              </a:rPr>
              <a:t>Elazab</a:t>
            </a:r>
            <a:r>
              <a:rPr lang="en-US" sz="2400" b="1" i="0" u="none" strike="noStrike" cap="none" dirty="0">
                <a:solidFill>
                  <a:schemeClr val="bg1">
                    <a:lumMod val="95000"/>
                  </a:schemeClr>
                </a:solidFill>
                <a:latin typeface="Calibri"/>
                <a:ea typeface="Calibri"/>
                <a:cs typeface="Calibri"/>
                <a:sym typeface="Calibri"/>
              </a:rPr>
              <a:t>.</a:t>
            </a:r>
            <a:endParaRPr sz="1800" b="0" i="0" u="none" strike="noStrike" cap="none" dirty="0">
              <a:solidFill>
                <a:schemeClr val="bg1">
                  <a:lumMod val="95000"/>
                </a:schemeClr>
              </a:solidFill>
              <a:latin typeface="Arial"/>
              <a:ea typeface="Arial"/>
              <a:cs typeface="Arial"/>
              <a:sym typeface="Arial"/>
            </a:endParaRPr>
          </a:p>
          <a:p>
            <a:pPr marL="0" marR="0" lvl="0" indent="0" algn="l" rtl="0">
              <a:lnSpc>
                <a:spcPct val="150000"/>
              </a:lnSpc>
              <a:spcBef>
                <a:spcPts val="800"/>
              </a:spcBef>
              <a:spcAft>
                <a:spcPts val="0"/>
              </a:spcAft>
              <a:buClr>
                <a:schemeClr val="dk1"/>
              </a:buClr>
              <a:buSzPts val="2400"/>
              <a:buFont typeface="Calibri"/>
              <a:buNone/>
            </a:pPr>
            <a:r>
              <a:rPr lang="en-US" sz="2400" b="1" i="0" u="none" strike="noStrike" cap="none" dirty="0">
                <a:solidFill>
                  <a:schemeClr val="bg1">
                    <a:lumMod val="95000"/>
                  </a:schemeClr>
                </a:solidFill>
                <a:latin typeface="Calibri"/>
                <a:ea typeface="Calibri"/>
                <a:cs typeface="Calibri"/>
                <a:sym typeface="Calibri"/>
              </a:rPr>
              <a:t>3- Zeinab Ibrahim.</a:t>
            </a:r>
            <a:endParaRPr sz="1800" b="0" i="0" u="none" strike="noStrike" cap="none" dirty="0">
              <a:solidFill>
                <a:schemeClr val="bg1">
                  <a:lumMod val="95000"/>
                </a:schemeClr>
              </a:solidFill>
              <a:latin typeface="Arial"/>
              <a:ea typeface="Arial"/>
              <a:cs typeface="Arial"/>
              <a:sym typeface="Arial"/>
            </a:endParaRPr>
          </a:p>
        </p:txBody>
      </p:sp>
      <p:pic>
        <p:nvPicPr>
          <p:cNvPr id="5" name="Picture 4">
            <a:extLst>
              <a:ext uri="{FF2B5EF4-FFF2-40B4-BE49-F238E27FC236}">
                <a16:creationId xmlns:a16="http://schemas.microsoft.com/office/drawing/2014/main" id="{B41484F7-2F13-766B-F028-A20E7A3C119E}"/>
              </a:ext>
            </a:extLst>
          </p:cNvPr>
          <p:cNvPicPr>
            <a:picLocks noChangeAspect="1"/>
          </p:cNvPicPr>
          <p:nvPr/>
        </p:nvPicPr>
        <p:blipFill>
          <a:blip r:embed="rId6"/>
          <a:stretch>
            <a:fillRect/>
          </a:stretch>
        </p:blipFill>
        <p:spPr>
          <a:xfrm>
            <a:off x="1895733" y="520797"/>
            <a:ext cx="3442737" cy="344273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124"/>
        <p:cNvGrpSpPr/>
        <p:nvPr/>
      </p:nvGrpSpPr>
      <p:grpSpPr>
        <a:xfrm>
          <a:off x="0" y="0"/>
          <a:ext cx="0" cy="0"/>
          <a:chOff x="0" y="0"/>
          <a:chExt cx="0" cy="0"/>
        </a:xfrm>
      </p:grpSpPr>
      <p:sp>
        <p:nvSpPr>
          <p:cNvPr id="126" name="Google Shape;126;p4"/>
          <p:cNvSpPr/>
          <p:nvPr/>
        </p:nvSpPr>
        <p:spPr>
          <a:xfrm>
            <a:off x="508000" y="364063"/>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400"/>
              <a:buFont typeface="Noto Sans Symbols"/>
              <a:buChar char="▪"/>
            </a:pPr>
            <a:r>
              <a:rPr lang="en-US" sz="2800" dirty="0"/>
              <a:t>📱 </a:t>
            </a:r>
            <a:r>
              <a:rPr lang="en-US" sz="2800" b="0" i="0" u="sng" strike="noStrike" cap="none" dirty="0">
                <a:solidFill>
                  <a:schemeClr val="bg1">
                    <a:lumMod val="95000"/>
                  </a:schemeClr>
                </a:solidFill>
                <a:latin typeface="Calibri"/>
                <a:ea typeface="Calibri"/>
                <a:cs typeface="Calibri"/>
                <a:sym typeface="Calibri"/>
              </a:rPr>
              <a:t>The problem</a:t>
            </a:r>
            <a:endParaRPr sz="2800" b="0" i="0" u="none" strike="noStrike" cap="none" dirty="0">
              <a:solidFill>
                <a:schemeClr val="bg1">
                  <a:lumMod val="95000"/>
                </a:schemeClr>
              </a:solidFill>
              <a:latin typeface="Calibri"/>
              <a:ea typeface="Calibri"/>
              <a:cs typeface="Calibri"/>
              <a:sym typeface="Calibri"/>
            </a:endParaRPr>
          </a:p>
        </p:txBody>
      </p:sp>
      <p:sp>
        <p:nvSpPr>
          <p:cNvPr id="127" name="Google Shape;127;p4">
            <a:hlinkClick r:id="rId3"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8" name="Google Shape;128;p4"/>
          <p:cNvSpPr/>
          <p:nvPr/>
        </p:nvSpPr>
        <p:spPr>
          <a:xfrm>
            <a:off x="1944913" y="1202433"/>
            <a:ext cx="9388189" cy="529150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2400" b="1" i="0" u="none" strike="noStrike" cap="none">
              <a:solidFill>
                <a:schemeClr val="bg1">
                  <a:lumMod val="95000"/>
                </a:schemeClr>
              </a:solidFill>
              <a:latin typeface="Calibri"/>
              <a:ea typeface="Calibri"/>
              <a:cs typeface="Calibri"/>
              <a:sym typeface="Calibri"/>
            </a:endParaRPr>
          </a:p>
        </p:txBody>
      </p:sp>
      <p:pic>
        <p:nvPicPr>
          <p:cNvPr id="129" name="Google Shape;129;p4"/>
          <p:cNvPicPr preferRelativeResize="0"/>
          <p:nvPr/>
        </p:nvPicPr>
        <p:blipFill rotWithShape="1">
          <a:blip r:embed="rId4">
            <a:alphaModFix/>
          </a:blip>
          <a:srcRect/>
          <a:stretch/>
        </p:blipFill>
        <p:spPr>
          <a:xfrm>
            <a:off x="250372" y="5714999"/>
            <a:ext cx="1215571" cy="1088193"/>
          </a:xfrm>
          <a:prstGeom prst="rect">
            <a:avLst/>
          </a:prstGeom>
          <a:noFill/>
          <a:ln>
            <a:noFill/>
          </a:ln>
        </p:spPr>
      </p:pic>
      <p:sp>
        <p:nvSpPr>
          <p:cNvPr id="130" name="Google Shape;130;p4"/>
          <p:cNvSpPr txBox="1"/>
          <p:nvPr/>
        </p:nvSpPr>
        <p:spPr>
          <a:xfrm>
            <a:off x="2235200" y="1372949"/>
            <a:ext cx="8861425" cy="4904026"/>
          </a:xfrm>
          <a:prstGeom prst="rect">
            <a:avLst/>
          </a:prstGeom>
          <a:noFill/>
          <a:ln>
            <a:noFill/>
          </a:ln>
        </p:spPr>
        <p:txBody>
          <a:bodyPr spcFirstLastPara="1" wrap="square" lIns="91425" tIns="91425" rIns="91425" bIns="91425" anchor="t" anchorCtr="0">
            <a:noAutofit/>
          </a:bodyPr>
          <a:lstStyle/>
          <a:p>
            <a:pPr lvl="0" indent="-114300" algn="ctr">
              <a:lnSpc>
                <a:spcPct val="200000"/>
              </a:lnSpc>
              <a:buClr>
                <a:schemeClr val="dk1"/>
              </a:buClr>
              <a:buSzPts val="1800"/>
              <a:buFont typeface="Nunito Light"/>
              <a:buChar char="•"/>
            </a:pPr>
            <a:r>
              <a:rPr lang="en-US" sz="2000" dirty="0">
                <a:solidFill>
                  <a:schemeClr val="bg1">
                    <a:lumMod val="95000"/>
                  </a:schemeClr>
                </a:solidFill>
                <a:latin typeface="Calibri"/>
                <a:ea typeface="Calibri"/>
                <a:cs typeface="Calibri"/>
                <a:sym typeface="Calibri"/>
              </a:rPr>
              <a:t>“</a:t>
            </a:r>
            <a:r>
              <a:rPr lang="en-US" sz="2000" dirty="0">
                <a:solidFill>
                  <a:schemeClr val="bg1">
                    <a:lumMod val="95000"/>
                  </a:schemeClr>
                </a:solidFill>
              </a:rPr>
              <a:t>Social Media Is Changing Human Behavior”</a:t>
            </a:r>
          </a:p>
          <a:p>
            <a:pPr>
              <a:lnSpc>
                <a:spcPct val="150000"/>
              </a:lnSpc>
            </a:pPr>
            <a:r>
              <a:rPr lang="en-US" sz="2000" dirty="0">
                <a:solidFill>
                  <a:schemeClr val="bg1">
                    <a:lumMod val="95000"/>
                  </a:schemeClr>
                </a:solidFill>
              </a:rPr>
              <a:t>Excessive social media usage is no longer just a digital habit —</a:t>
            </a:r>
            <a:br>
              <a:rPr lang="en-US" sz="2000" dirty="0">
                <a:solidFill>
                  <a:schemeClr val="bg1">
                    <a:lumMod val="95000"/>
                  </a:schemeClr>
                </a:solidFill>
              </a:rPr>
            </a:br>
            <a:r>
              <a:rPr lang="en-US" sz="2000" dirty="0">
                <a:solidFill>
                  <a:schemeClr val="bg1">
                    <a:lumMod val="95000"/>
                  </a:schemeClr>
                </a:solidFill>
              </a:rPr>
              <a:t>it has become a behavioral, mental, and productivity challenge.</a:t>
            </a:r>
          </a:p>
          <a:p>
            <a:pPr>
              <a:lnSpc>
                <a:spcPct val="150000"/>
              </a:lnSpc>
            </a:pPr>
            <a:r>
              <a:rPr lang="en-US" sz="2000" dirty="0">
                <a:solidFill>
                  <a:schemeClr val="bg1">
                    <a:lumMod val="95000"/>
                  </a:schemeClr>
                </a:solidFill>
              </a:rPr>
              <a:t>Users today spend several hours daily scrolling through social platforms, leading to:</a:t>
            </a:r>
          </a:p>
          <a:p>
            <a:pPr marL="285750" indent="-285750">
              <a:lnSpc>
                <a:spcPct val="150000"/>
              </a:lnSpc>
              <a:buClr>
                <a:schemeClr val="bg2">
                  <a:lumMod val="50000"/>
                  <a:lumOff val="50000"/>
                </a:schemeClr>
              </a:buClr>
              <a:buFont typeface="Wingdings" panose="05000000000000000000" pitchFamily="2" charset="2"/>
              <a:buChar char="Ø"/>
            </a:pPr>
            <a:r>
              <a:rPr lang="en-US" sz="2000" dirty="0">
                <a:solidFill>
                  <a:schemeClr val="bg1">
                    <a:lumMod val="95000"/>
                  </a:schemeClr>
                </a:solidFill>
              </a:rPr>
              <a:t>Increased addiction behavior </a:t>
            </a:r>
          </a:p>
          <a:p>
            <a:pPr marL="285750" indent="-285750">
              <a:lnSpc>
                <a:spcPct val="150000"/>
              </a:lnSpc>
              <a:buClr>
                <a:schemeClr val="bg2">
                  <a:lumMod val="50000"/>
                  <a:lumOff val="50000"/>
                </a:schemeClr>
              </a:buClr>
              <a:buFont typeface="Wingdings" panose="05000000000000000000" pitchFamily="2" charset="2"/>
              <a:buChar char="Ø"/>
            </a:pPr>
            <a:r>
              <a:rPr lang="en-US" sz="2000" dirty="0">
                <a:solidFill>
                  <a:schemeClr val="bg1">
                    <a:lumMod val="95000"/>
                  </a:schemeClr>
                </a:solidFill>
              </a:rPr>
              <a:t>Higher stress and anxiety levels </a:t>
            </a:r>
          </a:p>
          <a:p>
            <a:pPr marL="285750" indent="-285750">
              <a:lnSpc>
                <a:spcPct val="150000"/>
              </a:lnSpc>
              <a:buClr>
                <a:schemeClr val="bg2">
                  <a:lumMod val="50000"/>
                  <a:lumOff val="50000"/>
                </a:schemeClr>
              </a:buClr>
              <a:buFont typeface="Wingdings" panose="05000000000000000000" pitchFamily="2" charset="2"/>
              <a:buChar char="Ø"/>
            </a:pPr>
            <a:r>
              <a:rPr lang="en-US" sz="2000" dirty="0">
                <a:solidFill>
                  <a:schemeClr val="bg1">
                    <a:lumMod val="95000"/>
                  </a:schemeClr>
                </a:solidFill>
              </a:rPr>
              <a:t>Sleep disruption and lifestyle imbalance </a:t>
            </a:r>
          </a:p>
          <a:p>
            <a:pPr marL="285750" indent="-285750">
              <a:lnSpc>
                <a:spcPct val="150000"/>
              </a:lnSpc>
              <a:buClr>
                <a:schemeClr val="bg2">
                  <a:lumMod val="50000"/>
                  <a:lumOff val="50000"/>
                </a:schemeClr>
              </a:buClr>
              <a:buFont typeface="Wingdings" panose="05000000000000000000" pitchFamily="2" charset="2"/>
              <a:buChar char="Ø"/>
            </a:pPr>
            <a:r>
              <a:rPr lang="en-US" sz="2000" dirty="0">
                <a:solidFill>
                  <a:schemeClr val="bg1">
                    <a:lumMod val="95000"/>
                  </a:schemeClr>
                </a:solidFill>
              </a:rPr>
              <a:t>Reduced focus and productivity </a:t>
            </a:r>
          </a:p>
          <a:p>
            <a:pPr marL="285750" indent="-285750">
              <a:lnSpc>
                <a:spcPct val="150000"/>
              </a:lnSpc>
              <a:buClr>
                <a:schemeClr val="bg2">
                  <a:lumMod val="50000"/>
                  <a:lumOff val="50000"/>
                </a:schemeClr>
              </a:buClr>
              <a:buFont typeface="Wingdings" panose="05000000000000000000" pitchFamily="2" charset="2"/>
              <a:buChar char="Ø"/>
            </a:pPr>
            <a:r>
              <a:rPr lang="en-US" sz="2000" dirty="0">
                <a:solidFill>
                  <a:schemeClr val="bg1">
                    <a:lumMod val="95000"/>
                  </a:schemeClr>
                </a:solidFill>
              </a:rPr>
              <a:t>Emotional dependency on online interactions</a:t>
            </a:r>
          </a:p>
          <a:p>
            <a:pPr marL="0" marR="0" lvl="0" indent="-114300" algn="just" rtl="0">
              <a:lnSpc>
                <a:spcPct val="200000"/>
              </a:lnSpc>
              <a:spcBef>
                <a:spcPts val="0"/>
              </a:spcBef>
              <a:spcAft>
                <a:spcPts val="0"/>
              </a:spcAft>
              <a:buClr>
                <a:schemeClr val="dk1"/>
              </a:buClr>
              <a:buSzPts val="1800"/>
              <a:buFont typeface="Nunito Light"/>
              <a:buChar char="•"/>
            </a:pPr>
            <a:r>
              <a:rPr lang="en-US" sz="2000" b="0" i="0" u="none" strike="noStrike" cap="none" dirty="0">
                <a:solidFill>
                  <a:schemeClr val="bg1">
                    <a:lumMod val="95000"/>
                  </a:schemeClr>
                </a:solidFill>
                <a:latin typeface="Arial"/>
                <a:ea typeface="Arial"/>
                <a:cs typeface="Arial"/>
                <a:sym typeface="Arial"/>
              </a:rPr>
              <a:t>.</a:t>
            </a:r>
            <a:endParaRPr sz="1600" dirty="0">
              <a:solidFill>
                <a:schemeClr val="bg1">
                  <a:lumMod val="95000"/>
                </a:schemeClr>
              </a:solidFill>
            </a:endParaRPr>
          </a:p>
          <a:p>
            <a:pPr marL="0" marR="0" lvl="0" indent="0" algn="just" rtl="0">
              <a:lnSpc>
                <a:spcPct val="150000"/>
              </a:lnSpc>
              <a:spcBef>
                <a:spcPts val="0"/>
              </a:spcBef>
              <a:spcAft>
                <a:spcPts val="0"/>
              </a:spcAft>
              <a:buClr>
                <a:schemeClr val="dk1"/>
              </a:buClr>
              <a:buSzPts val="1800"/>
              <a:buFont typeface="Nunito Light"/>
              <a:buNone/>
            </a:pPr>
            <a:endParaRPr sz="2000" b="0" i="0" u="none" strike="noStrike" cap="none" dirty="0">
              <a:solidFill>
                <a:schemeClr val="bg1">
                  <a:lumMod val="95000"/>
                </a:schemeClr>
              </a:solidFill>
              <a:latin typeface="Arial"/>
              <a:ea typeface="Arial"/>
              <a:cs typeface="Arial"/>
              <a:sym typeface="Arial"/>
            </a:endParaRPr>
          </a:p>
          <a:p>
            <a:pPr marL="0" marR="0" lvl="0" indent="0" algn="just" rtl="0">
              <a:lnSpc>
                <a:spcPct val="150000"/>
              </a:lnSpc>
              <a:spcBef>
                <a:spcPts val="0"/>
              </a:spcBef>
              <a:spcAft>
                <a:spcPts val="0"/>
              </a:spcAft>
              <a:buClr>
                <a:schemeClr val="dk1"/>
              </a:buClr>
              <a:buSzPts val="1800"/>
              <a:buFont typeface="Nunito Light"/>
              <a:buNone/>
            </a:pPr>
            <a:endParaRPr sz="2000" b="0" i="0" u="none" strike="noStrike" cap="none" dirty="0">
              <a:solidFill>
                <a:schemeClr val="bg1">
                  <a:lumMod val="95000"/>
                </a:schemeClr>
              </a:solidFill>
              <a:latin typeface="Arial"/>
              <a:ea typeface="Arial"/>
              <a:cs typeface="Arial"/>
              <a:sym typeface="Arial"/>
            </a:endParaRPr>
          </a:p>
          <a:p>
            <a:pPr marL="0" marR="0" lvl="0" indent="0" algn="just" rtl="0">
              <a:lnSpc>
                <a:spcPct val="150000"/>
              </a:lnSpc>
              <a:spcBef>
                <a:spcPts val="0"/>
              </a:spcBef>
              <a:spcAft>
                <a:spcPts val="0"/>
              </a:spcAft>
              <a:buClr>
                <a:schemeClr val="dk1"/>
              </a:buClr>
              <a:buSzPts val="1800"/>
              <a:buFont typeface="Nunito Light"/>
              <a:buNone/>
            </a:pPr>
            <a:endParaRPr sz="2000" b="0" i="0" u="none" strike="noStrike" cap="none" dirty="0">
              <a:solidFill>
                <a:schemeClr val="bg1">
                  <a:lumMod val="95000"/>
                </a:schemeClr>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124">
          <a:extLst>
            <a:ext uri="{FF2B5EF4-FFF2-40B4-BE49-F238E27FC236}">
              <a16:creationId xmlns:a16="http://schemas.microsoft.com/office/drawing/2014/main" id="{506CA814-BC54-49B9-3D7C-E16890380ECA}"/>
            </a:ext>
          </a:extLst>
        </p:cNvPr>
        <p:cNvGrpSpPr/>
        <p:nvPr/>
      </p:nvGrpSpPr>
      <p:grpSpPr>
        <a:xfrm>
          <a:off x="0" y="0"/>
          <a:ext cx="0" cy="0"/>
          <a:chOff x="0" y="0"/>
          <a:chExt cx="0" cy="0"/>
        </a:xfrm>
      </p:grpSpPr>
      <p:sp>
        <p:nvSpPr>
          <p:cNvPr id="126" name="Google Shape;126;p4">
            <a:extLst>
              <a:ext uri="{FF2B5EF4-FFF2-40B4-BE49-F238E27FC236}">
                <a16:creationId xmlns:a16="http://schemas.microsoft.com/office/drawing/2014/main" id="{5E212078-87D8-38C8-463F-E37756627D56}"/>
              </a:ext>
            </a:extLst>
          </p:cNvPr>
          <p:cNvSpPr/>
          <p:nvPr/>
        </p:nvSpPr>
        <p:spPr>
          <a:xfrm>
            <a:off x="508000" y="364063"/>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400"/>
              <a:buFont typeface="Noto Sans Symbols"/>
              <a:buChar char="▪"/>
            </a:pPr>
            <a:r>
              <a:rPr lang="en-US" sz="2800" dirty="0"/>
              <a:t>📱 </a:t>
            </a:r>
            <a:r>
              <a:rPr lang="en-US" sz="2800" b="0" i="0" u="sng" strike="noStrike" cap="none" dirty="0">
                <a:solidFill>
                  <a:schemeClr val="bg1">
                    <a:lumMod val="95000"/>
                  </a:schemeClr>
                </a:solidFill>
                <a:latin typeface="Calibri"/>
                <a:ea typeface="Calibri"/>
                <a:cs typeface="Calibri"/>
                <a:sym typeface="Calibri"/>
              </a:rPr>
              <a:t>The </a:t>
            </a:r>
            <a:r>
              <a:rPr lang="en-US" sz="2800" u="sng" dirty="0">
                <a:solidFill>
                  <a:schemeClr val="bg1">
                    <a:lumMod val="95000"/>
                  </a:schemeClr>
                </a:solidFill>
                <a:latin typeface="Calibri"/>
                <a:ea typeface="Calibri"/>
                <a:cs typeface="Calibri"/>
                <a:sym typeface="Calibri"/>
              </a:rPr>
              <a:t>Project Objective</a:t>
            </a:r>
            <a:endParaRPr sz="2800" b="0" i="0" u="none" strike="noStrike" cap="none" dirty="0">
              <a:solidFill>
                <a:schemeClr val="bg1">
                  <a:lumMod val="95000"/>
                </a:schemeClr>
              </a:solidFill>
              <a:latin typeface="Calibri"/>
              <a:ea typeface="Calibri"/>
              <a:cs typeface="Calibri"/>
              <a:sym typeface="Calibri"/>
            </a:endParaRPr>
          </a:p>
        </p:txBody>
      </p:sp>
      <p:sp>
        <p:nvSpPr>
          <p:cNvPr id="127" name="Google Shape;127;p4">
            <a:hlinkClick r:id="rId3" action="ppaction://hlinksldjump"/>
            <a:extLst>
              <a:ext uri="{FF2B5EF4-FFF2-40B4-BE49-F238E27FC236}">
                <a16:creationId xmlns:a16="http://schemas.microsoft.com/office/drawing/2014/main" id="{42A3713E-9BB0-3074-D1DA-4DBED4666BC7}"/>
              </a:ext>
            </a:extLst>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8" name="Google Shape;128;p4">
            <a:extLst>
              <a:ext uri="{FF2B5EF4-FFF2-40B4-BE49-F238E27FC236}">
                <a16:creationId xmlns:a16="http://schemas.microsoft.com/office/drawing/2014/main" id="{2B18E6B5-063F-9443-8CDE-8FE80DA0E99A}"/>
              </a:ext>
            </a:extLst>
          </p:cNvPr>
          <p:cNvSpPr/>
          <p:nvPr/>
        </p:nvSpPr>
        <p:spPr>
          <a:xfrm>
            <a:off x="1944913" y="1202433"/>
            <a:ext cx="9388189" cy="529150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2400" b="1" i="0" u="none" strike="noStrike" cap="none">
              <a:solidFill>
                <a:schemeClr val="bg1">
                  <a:lumMod val="95000"/>
                </a:schemeClr>
              </a:solidFill>
              <a:latin typeface="Calibri"/>
              <a:ea typeface="Calibri"/>
              <a:cs typeface="Calibri"/>
              <a:sym typeface="Calibri"/>
            </a:endParaRPr>
          </a:p>
        </p:txBody>
      </p:sp>
      <p:pic>
        <p:nvPicPr>
          <p:cNvPr id="129" name="Google Shape;129;p4">
            <a:extLst>
              <a:ext uri="{FF2B5EF4-FFF2-40B4-BE49-F238E27FC236}">
                <a16:creationId xmlns:a16="http://schemas.microsoft.com/office/drawing/2014/main" id="{3EE24E95-A85A-6C73-D1BF-5C69A1B7BF3D}"/>
              </a:ext>
            </a:extLst>
          </p:cNvPr>
          <p:cNvPicPr preferRelativeResize="0"/>
          <p:nvPr/>
        </p:nvPicPr>
        <p:blipFill rotWithShape="1">
          <a:blip r:embed="rId4">
            <a:alphaModFix/>
          </a:blip>
          <a:srcRect/>
          <a:stretch/>
        </p:blipFill>
        <p:spPr>
          <a:xfrm>
            <a:off x="250372" y="5714999"/>
            <a:ext cx="1215571" cy="1088193"/>
          </a:xfrm>
          <a:prstGeom prst="rect">
            <a:avLst/>
          </a:prstGeom>
          <a:noFill/>
          <a:ln>
            <a:noFill/>
          </a:ln>
        </p:spPr>
      </p:pic>
      <p:sp>
        <p:nvSpPr>
          <p:cNvPr id="130" name="Google Shape;130;p4">
            <a:extLst>
              <a:ext uri="{FF2B5EF4-FFF2-40B4-BE49-F238E27FC236}">
                <a16:creationId xmlns:a16="http://schemas.microsoft.com/office/drawing/2014/main" id="{DD23E232-B4FA-B82D-389A-4D16721F7B17}"/>
              </a:ext>
            </a:extLst>
          </p:cNvPr>
          <p:cNvSpPr txBox="1"/>
          <p:nvPr/>
        </p:nvSpPr>
        <p:spPr>
          <a:xfrm>
            <a:off x="2235200" y="1372949"/>
            <a:ext cx="8861425" cy="4904026"/>
          </a:xfrm>
          <a:prstGeom prst="rect">
            <a:avLst/>
          </a:prstGeom>
          <a:noFill/>
          <a:ln>
            <a:noFill/>
          </a:ln>
        </p:spPr>
        <p:txBody>
          <a:bodyPr spcFirstLastPara="1" wrap="square" lIns="91425" tIns="91425" rIns="91425" bIns="91425" anchor="t" anchorCtr="0">
            <a:noAutofit/>
          </a:bodyPr>
          <a:lstStyle/>
          <a:p>
            <a:r>
              <a:rPr lang="en-US" sz="2000" b="1" dirty="0">
                <a:solidFill>
                  <a:schemeClr val="bg1">
                    <a:lumMod val="95000"/>
                  </a:schemeClr>
                </a:solidFill>
              </a:rPr>
              <a:t>This project explores how excessive social media usage affects:</a:t>
            </a:r>
          </a:p>
          <a:p>
            <a:pPr marL="285750" indent="-285750">
              <a:buClr>
                <a:srgbClr val="0070C0"/>
              </a:buClr>
              <a:buFont typeface="Wingdings" panose="05000000000000000000" pitchFamily="2" charset="2"/>
              <a:buChar char="Ø"/>
            </a:pPr>
            <a:r>
              <a:rPr lang="en-US" sz="1800" dirty="0">
                <a:solidFill>
                  <a:schemeClr val="bg1">
                    <a:lumMod val="95000"/>
                  </a:schemeClr>
                </a:solidFill>
              </a:rPr>
              <a:t>User behavior </a:t>
            </a:r>
          </a:p>
          <a:p>
            <a:pPr marL="285750" indent="-285750">
              <a:buClr>
                <a:srgbClr val="0070C0"/>
              </a:buClr>
              <a:buFont typeface="Wingdings" panose="05000000000000000000" pitchFamily="2" charset="2"/>
              <a:buChar char="Ø"/>
            </a:pPr>
            <a:r>
              <a:rPr lang="en-US" sz="1800" dirty="0">
                <a:solidFill>
                  <a:schemeClr val="bg1">
                    <a:lumMod val="95000"/>
                  </a:schemeClr>
                </a:solidFill>
              </a:rPr>
              <a:t>Mental health </a:t>
            </a:r>
          </a:p>
          <a:p>
            <a:pPr marL="285750" indent="-285750">
              <a:buClr>
                <a:srgbClr val="0070C0"/>
              </a:buClr>
              <a:buFont typeface="Wingdings" panose="05000000000000000000" pitchFamily="2" charset="2"/>
              <a:buChar char="Ø"/>
            </a:pPr>
            <a:r>
              <a:rPr lang="en-US" sz="1800" dirty="0">
                <a:solidFill>
                  <a:schemeClr val="bg1">
                    <a:lumMod val="95000"/>
                  </a:schemeClr>
                </a:solidFill>
              </a:rPr>
              <a:t>Productivity </a:t>
            </a:r>
          </a:p>
          <a:p>
            <a:pPr marL="285750" indent="-285750">
              <a:buClr>
                <a:srgbClr val="0070C0"/>
              </a:buClr>
              <a:buFont typeface="Wingdings" panose="05000000000000000000" pitchFamily="2" charset="2"/>
              <a:buChar char="Ø"/>
            </a:pPr>
            <a:r>
              <a:rPr lang="en-US" sz="1800" dirty="0">
                <a:solidFill>
                  <a:schemeClr val="bg1">
                    <a:lumMod val="95000"/>
                  </a:schemeClr>
                </a:solidFill>
              </a:rPr>
              <a:t>Lifestyle  balance</a:t>
            </a:r>
          </a:p>
          <a:p>
            <a:pPr>
              <a:buClr>
                <a:srgbClr val="0070C0"/>
              </a:buClr>
            </a:pPr>
            <a:endParaRPr lang="en-US" sz="2000" dirty="0">
              <a:solidFill>
                <a:schemeClr val="bg1">
                  <a:lumMod val="95000"/>
                </a:schemeClr>
              </a:solidFill>
            </a:endParaRPr>
          </a:p>
          <a:p>
            <a:pPr>
              <a:buClr>
                <a:srgbClr val="0070C0"/>
              </a:buClr>
            </a:pPr>
            <a:r>
              <a:rPr lang="en-US" sz="2000" dirty="0">
                <a:solidFill>
                  <a:schemeClr val="bg1">
                    <a:lumMod val="95000"/>
                  </a:schemeClr>
                </a:solidFill>
              </a:rPr>
              <a:t>Using:</a:t>
            </a:r>
          </a:p>
          <a:p>
            <a:r>
              <a:rPr lang="en-US" sz="1800" dirty="0">
                <a:solidFill>
                  <a:schemeClr val="bg1">
                    <a:lumMod val="95000"/>
                  </a:schemeClr>
                </a:solidFill>
              </a:rPr>
              <a:t>Python (Pandas) • Power BI • Data Analytics</a:t>
            </a:r>
          </a:p>
          <a:p>
            <a:r>
              <a:rPr lang="en-US" sz="1800" dirty="0">
                <a:solidFill>
                  <a:schemeClr val="bg1">
                    <a:lumMod val="95000"/>
                  </a:schemeClr>
                </a:solidFill>
              </a:rPr>
              <a:t>We transformed raw behavioral data into actionable insights.</a:t>
            </a:r>
          </a:p>
          <a:p>
            <a:endParaRPr lang="en-US" sz="2000" dirty="0">
              <a:solidFill>
                <a:schemeClr val="bg1">
                  <a:lumMod val="95000"/>
                </a:schemeClr>
              </a:solidFill>
            </a:endParaRPr>
          </a:p>
          <a:p>
            <a:r>
              <a:rPr lang="en-US" sz="2000" b="1" u="sng" dirty="0">
                <a:solidFill>
                  <a:schemeClr val="bg1">
                    <a:lumMod val="95000"/>
                  </a:schemeClr>
                </a:solidFill>
              </a:rPr>
              <a:t>The key analysis focuses on identifying:</a:t>
            </a:r>
            <a:endParaRPr lang="en-US" sz="2000" dirty="0">
              <a:solidFill>
                <a:schemeClr val="bg1">
                  <a:lumMod val="95000"/>
                </a:schemeClr>
              </a:solidFill>
            </a:endParaRPr>
          </a:p>
          <a:p>
            <a:pPr marL="285750" lvl="0" indent="-285750">
              <a:buClr>
                <a:srgbClr val="0070C0"/>
              </a:buClr>
              <a:buFont typeface="Wingdings" panose="05000000000000000000" pitchFamily="2" charset="2"/>
              <a:buChar char="Ø"/>
            </a:pPr>
            <a:r>
              <a:rPr lang="en-US" sz="1800" dirty="0">
                <a:solidFill>
                  <a:schemeClr val="bg1">
                    <a:lumMod val="95000"/>
                  </a:schemeClr>
                </a:solidFill>
              </a:rPr>
              <a:t>Social media addiction patterns</a:t>
            </a:r>
          </a:p>
          <a:p>
            <a:pPr marL="285750" lvl="0" indent="-285750">
              <a:buClr>
                <a:srgbClr val="0070C0"/>
              </a:buClr>
              <a:buFont typeface="Wingdings" panose="05000000000000000000" pitchFamily="2" charset="2"/>
              <a:buChar char="Ø"/>
            </a:pPr>
            <a:r>
              <a:rPr lang="en-US" sz="1800" dirty="0">
                <a:solidFill>
                  <a:schemeClr val="bg1">
                    <a:lumMod val="95000"/>
                  </a:schemeClr>
                </a:solidFill>
              </a:rPr>
              <a:t> Behavioral trends </a:t>
            </a:r>
          </a:p>
          <a:p>
            <a:pPr marL="285750" lvl="0" indent="-285750">
              <a:buClr>
                <a:srgbClr val="0070C0"/>
              </a:buClr>
              <a:buFont typeface="Wingdings" panose="05000000000000000000" pitchFamily="2" charset="2"/>
              <a:buChar char="Ø"/>
            </a:pPr>
            <a:r>
              <a:rPr lang="en-US" sz="1800" dirty="0">
                <a:solidFill>
                  <a:schemeClr val="bg1">
                    <a:lumMod val="95000"/>
                  </a:schemeClr>
                </a:solidFill>
              </a:rPr>
              <a:t>Mental health risks </a:t>
            </a:r>
          </a:p>
          <a:p>
            <a:pPr marL="285750" lvl="0" indent="-285750">
              <a:buClr>
                <a:srgbClr val="0070C0"/>
              </a:buClr>
              <a:buFont typeface="Wingdings" panose="05000000000000000000" pitchFamily="2" charset="2"/>
              <a:buChar char="Ø"/>
            </a:pPr>
            <a:r>
              <a:rPr lang="en-US" sz="1800" dirty="0">
                <a:solidFill>
                  <a:schemeClr val="bg1">
                    <a:lumMod val="95000"/>
                  </a:schemeClr>
                </a:solidFill>
              </a:rPr>
              <a:t>Productivity impact </a:t>
            </a:r>
          </a:p>
          <a:p>
            <a:pPr marL="285750" lvl="0" indent="-285750">
              <a:buClr>
                <a:srgbClr val="0070C0"/>
              </a:buClr>
              <a:buFont typeface="Wingdings" panose="05000000000000000000" pitchFamily="2" charset="2"/>
              <a:buChar char="Ø"/>
            </a:pPr>
            <a:r>
              <a:rPr lang="en-US" sz="1800" dirty="0">
                <a:solidFill>
                  <a:schemeClr val="bg1">
                    <a:lumMod val="95000"/>
                  </a:schemeClr>
                </a:solidFill>
              </a:rPr>
              <a:t>Future predictions (forecasting) </a:t>
            </a:r>
            <a:endParaRPr sz="1800" b="0" i="0" u="none" strike="noStrike" cap="none" dirty="0">
              <a:solidFill>
                <a:schemeClr val="bg1">
                  <a:lumMod val="95000"/>
                </a:schemeClr>
              </a:solidFill>
              <a:latin typeface="Arial"/>
              <a:ea typeface="Arial"/>
              <a:cs typeface="Arial"/>
              <a:sym typeface="Arial"/>
            </a:endParaRPr>
          </a:p>
          <a:p>
            <a:pPr marL="0" marR="0" lvl="0" indent="0" algn="just" rtl="0">
              <a:lnSpc>
                <a:spcPct val="150000"/>
              </a:lnSpc>
              <a:spcBef>
                <a:spcPts val="0"/>
              </a:spcBef>
              <a:spcAft>
                <a:spcPts val="0"/>
              </a:spcAft>
              <a:buClr>
                <a:schemeClr val="dk1"/>
              </a:buClr>
              <a:buSzPts val="1800"/>
              <a:buFont typeface="Nunito Light"/>
              <a:buNone/>
            </a:pPr>
            <a:endParaRPr sz="2000" b="0" i="0" u="none" strike="noStrike" cap="none" dirty="0">
              <a:solidFill>
                <a:schemeClr val="bg1">
                  <a:lumMod val="95000"/>
                </a:schemeClr>
              </a:solidFill>
              <a:latin typeface="Arial"/>
              <a:ea typeface="Arial"/>
              <a:cs typeface="Arial"/>
              <a:sym typeface="Arial"/>
            </a:endParaRPr>
          </a:p>
          <a:p>
            <a:pPr marL="0" marR="0" lvl="0" indent="0" algn="just" rtl="0">
              <a:lnSpc>
                <a:spcPct val="150000"/>
              </a:lnSpc>
              <a:spcBef>
                <a:spcPts val="0"/>
              </a:spcBef>
              <a:spcAft>
                <a:spcPts val="0"/>
              </a:spcAft>
              <a:buClr>
                <a:schemeClr val="dk1"/>
              </a:buClr>
              <a:buSzPts val="1800"/>
              <a:buFont typeface="Nunito Light"/>
              <a:buNone/>
            </a:pPr>
            <a:endParaRPr sz="2000" b="0" i="0" u="none" strike="noStrike" cap="none" dirty="0">
              <a:solidFill>
                <a:schemeClr val="bg1">
                  <a:lumMod val="95000"/>
                </a:schemeClr>
              </a:solidFill>
              <a:latin typeface="Arial"/>
              <a:ea typeface="Arial"/>
              <a:cs typeface="Arial"/>
              <a:sym typeface="Arial"/>
            </a:endParaRPr>
          </a:p>
        </p:txBody>
      </p:sp>
      <p:pic>
        <p:nvPicPr>
          <p:cNvPr id="2" name="Google Shape;141;p5">
            <a:extLst>
              <a:ext uri="{FF2B5EF4-FFF2-40B4-BE49-F238E27FC236}">
                <a16:creationId xmlns:a16="http://schemas.microsoft.com/office/drawing/2014/main" id="{5F9D1905-088A-1FB8-524F-A073CAA566A7}"/>
              </a:ext>
            </a:extLst>
          </p:cNvPr>
          <p:cNvPicPr preferRelativeResize="0"/>
          <p:nvPr/>
        </p:nvPicPr>
        <p:blipFill rotWithShape="1">
          <a:blip r:embed="rId5">
            <a:alphaModFix amt="50000"/>
          </a:blip>
          <a:srcRect/>
          <a:stretch/>
        </p:blipFill>
        <p:spPr>
          <a:xfrm>
            <a:off x="9069070" y="4240916"/>
            <a:ext cx="2264032" cy="2264032"/>
          </a:xfrm>
          <a:prstGeom prst="ellipse">
            <a:avLst/>
          </a:prstGeom>
          <a:noFill/>
          <a:ln>
            <a:noFill/>
          </a:ln>
        </p:spPr>
      </p:pic>
    </p:spTree>
    <p:extLst>
      <p:ext uri="{BB962C8B-B14F-4D97-AF65-F5344CB8AC3E}">
        <p14:creationId xmlns:p14="http://schemas.microsoft.com/office/powerpoint/2010/main" val="3269894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4477533" y="2937609"/>
            <a:ext cx="1749421" cy="1749421"/>
            <a:chOff x="-1434760" y="905278"/>
            <a:chExt cx="812800" cy="812800"/>
          </a:xfrm>
        </p:grpSpPr>
        <p:sp>
          <p:nvSpPr>
            <p:cNvPr id="4" name="Freeform 4"/>
            <p:cNvSpPr/>
            <p:nvPr/>
          </p:nvSpPr>
          <p:spPr>
            <a:xfrm>
              <a:off x="-1434760" y="905278"/>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62235">
                <a:alpha val="75000"/>
              </a:srgbClr>
            </a:solidFill>
          </p:spPr>
          <p:txBody>
            <a:bodyPr/>
            <a:lstStyle/>
            <a:p>
              <a:endParaRPr lang="en-US" sz="933"/>
            </a:p>
          </p:txBody>
        </p:sp>
        <p:sp>
          <p:nvSpPr>
            <p:cNvPr id="5" name="TextBox 5"/>
            <p:cNvSpPr txBox="1"/>
            <p:nvPr/>
          </p:nvSpPr>
          <p:spPr>
            <a:xfrm>
              <a:off x="-1300105" y="905278"/>
              <a:ext cx="660400" cy="765175"/>
            </a:xfrm>
            <a:prstGeom prst="rect">
              <a:avLst/>
            </a:prstGeom>
          </p:spPr>
          <p:txBody>
            <a:bodyPr lIns="33867" tIns="33867" rIns="33867" bIns="33867" rtlCol="0" anchor="ctr"/>
            <a:lstStyle/>
            <a:p>
              <a:pPr algn="ctr">
                <a:lnSpc>
                  <a:spcPts val="4640"/>
                </a:lnSpc>
              </a:pPr>
              <a:r>
                <a:rPr lang="en-US" sz="3200" b="1" dirty="0">
                  <a:solidFill>
                    <a:schemeClr val="bg1">
                      <a:lumMod val="95000"/>
                    </a:schemeClr>
                  </a:solidFill>
                  <a:latin typeface="Muli Bold" panose="00000800000000000000"/>
                  <a:ea typeface="Muli Bold" panose="00000800000000000000"/>
                  <a:cs typeface="Muli Bold" panose="00000800000000000000"/>
                  <a:sym typeface="Muli Bold" panose="00000800000000000000"/>
                </a:rPr>
                <a:t>02</a:t>
              </a:r>
            </a:p>
          </p:txBody>
        </p:sp>
      </p:grpSp>
      <p:sp>
        <p:nvSpPr>
          <p:cNvPr id="17" name="TextBox 17"/>
          <p:cNvSpPr txBox="1"/>
          <p:nvPr/>
        </p:nvSpPr>
        <p:spPr>
          <a:xfrm>
            <a:off x="1804597" y="4849170"/>
            <a:ext cx="1783669" cy="436017"/>
          </a:xfrm>
          <a:prstGeom prst="rect">
            <a:avLst/>
          </a:prstGeom>
        </p:spPr>
        <p:txBody>
          <a:bodyPr lIns="0" tIns="0" rIns="0" bIns="0" rtlCol="0" anchor="t">
            <a:spAutoFit/>
          </a:bodyPr>
          <a:lstStyle/>
          <a:p>
            <a:pPr algn="ctr">
              <a:lnSpc>
                <a:spcPts val="1660"/>
              </a:lnSpc>
            </a:pPr>
            <a:r>
              <a:rPr lang="en-US" sz="1443" dirty="0">
                <a:solidFill>
                  <a:srgbClr val="F4D314"/>
                </a:solidFill>
                <a:latin typeface="Muli" panose="00000500000000000000"/>
                <a:ea typeface="Muli" panose="00000500000000000000"/>
                <a:cs typeface="Muli" panose="00000500000000000000"/>
                <a:sym typeface="Muli" panose="00000500000000000000"/>
              </a:rPr>
              <a:t>IDENTIFY PATTERNS</a:t>
            </a:r>
          </a:p>
        </p:txBody>
      </p:sp>
      <p:sp>
        <p:nvSpPr>
          <p:cNvPr id="18" name="TextBox 18"/>
          <p:cNvSpPr txBox="1"/>
          <p:nvPr/>
        </p:nvSpPr>
        <p:spPr>
          <a:xfrm>
            <a:off x="7037198" y="5055649"/>
            <a:ext cx="1783669" cy="218008"/>
          </a:xfrm>
          <a:prstGeom prst="rect">
            <a:avLst/>
          </a:prstGeom>
        </p:spPr>
        <p:txBody>
          <a:bodyPr lIns="0" tIns="0" rIns="0" bIns="0" rtlCol="0" anchor="t">
            <a:spAutoFit/>
          </a:bodyPr>
          <a:lstStyle/>
          <a:p>
            <a:pPr algn="ctr">
              <a:lnSpc>
                <a:spcPts val="1660"/>
              </a:lnSpc>
            </a:pPr>
            <a:r>
              <a:rPr lang="en-US" sz="1443">
                <a:solidFill>
                  <a:srgbClr val="F4D314"/>
                </a:solidFill>
                <a:latin typeface="Muli" panose="00000500000000000000"/>
                <a:ea typeface="Muli" panose="00000500000000000000"/>
                <a:cs typeface="Muli" panose="00000500000000000000"/>
                <a:sym typeface="Muli" panose="00000500000000000000"/>
              </a:rPr>
              <a:t>MENTAL HEALTH</a:t>
            </a:r>
          </a:p>
        </p:txBody>
      </p:sp>
      <p:sp>
        <p:nvSpPr>
          <p:cNvPr id="19" name="TextBox 19"/>
          <p:cNvSpPr txBox="1"/>
          <p:nvPr/>
        </p:nvSpPr>
        <p:spPr>
          <a:xfrm>
            <a:off x="4364732" y="5055649"/>
            <a:ext cx="2024532" cy="218008"/>
          </a:xfrm>
          <a:prstGeom prst="rect">
            <a:avLst/>
          </a:prstGeom>
        </p:spPr>
        <p:txBody>
          <a:bodyPr lIns="0" tIns="0" rIns="0" bIns="0" rtlCol="0" anchor="t">
            <a:spAutoFit/>
          </a:bodyPr>
          <a:lstStyle/>
          <a:p>
            <a:pPr algn="ctr">
              <a:lnSpc>
                <a:spcPts val="1660"/>
              </a:lnSpc>
            </a:pPr>
            <a:r>
              <a:rPr lang="en-US" sz="1443">
                <a:solidFill>
                  <a:srgbClr val="F4D314"/>
                </a:solidFill>
                <a:latin typeface="Muli" panose="00000500000000000000"/>
                <a:ea typeface="Muli" panose="00000500000000000000"/>
                <a:cs typeface="Muli" panose="00000500000000000000"/>
                <a:sym typeface="Muli" panose="00000500000000000000"/>
              </a:rPr>
              <a:t>BEHAVIORAL TRENDS</a:t>
            </a:r>
          </a:p>
        </p:txBody>
      </p:sp>
      <p:sp>
        <p:nvSpPr>
          <p:cNvPr id="20" name="TextBox 20"/>
          <p:cNvSpPr txBox="1"/>
          <p:nvPr/>
        </p:nvSpPr>
        <p:spPr>
          <a:xfrm>
            <a:off x="9471518" y="5055649"/>
            <a:ext cx="2024532" cy="218008"/>
          </a:xfrm>
          <a:prstGeom prst="rect">
            <a:avLst/>
          </a:prstGeom>
        </p:spPr>
        <p:txBody>
          <a:bodyPr lIns="0" tIns="0" rIns="0" bIns="0" rtlCol="0" anchor="t">
            <a:spAutoFit/>
          </a:bodyPr>
          <a:lstStyle/>
          <a:p>
            <a:pPr algn="ctr">
              <a:lnSpc>
                <a:spcPts val="1660"/>
              </a:lnSpc>
            </a:pPr>
            <a:r>
              <a:rPr lang="en-US" sz="1443">
                <a:solidFill>
                  <a:srgbClr val="F4D314"/>
                </a:solidFill>
                <a:latin typeface="Muli" panose="00000500000000000000"/>
                <a:ea typeface="Muli" panose="00000500000000000000"/>
                <a:cs typeface="Muli" panose="00000500000000000000"/>
                <a:sym typeface="Muli" panose="00000500000000000000"/>
              </a:rPr>
              <a:t>PRODUCTIVITY</a:t>
            </a:r>
          </a:p>
        </p:txBody>
      </p:sp>
      <p:sp>
        <p:nvSpPr>
          <p:cNvPr id="21" name="TextBox 21"/>
          <p:cNvSpPr txBox="1"/>
          <p:nvPr/>
        </p:nvSpPr>
        <p:spPr>
          <a:xfrm>
            <a:off x="4477533" y="5399343"/>
            <a:ext cx="1798929" cy="524887"/>
          </a:xfrm>
          <a:prstGeom prst="rect">
            <a:avLst/>
          </a:prstGeom>
        </p:spPr>
        <p:txBody>
          <a:bodyPr lIns="0" tIns="0" rIns="0" bIns="0" rtlCol="0" anchor="t">
            <a:spAutoFit/>
          </a:bodyPr>
          <a:lstStyle/>
          <a:p>
            <a:pPr algn="ctr">
              <a:lnSpc>
                <a:spcPts val="1387"/>
              </a:lnSpc>
            </a:pPr>
            <a:r>
              <a:rPr lang="en-US" sz="1067">
                <a:solidFill>
                  <a:srgbClr val="FFFFFF"/>
                </a:solidFill>
                <a:latin typeface="Muli" panose="00000500000000000000"/>
                <a:ea typeface="Muli" panose="00000500000000000000"/>
                <a:cs typeface="Muli" panose="00000500000000000000"/>
                <a:sym typeface="Muli" panose="00000500000000000000"/>
              </a:rPr>
              <a:t>Analyze user behavioral trends and usage patterns across platforms.</a:t>
            </a:r>
          </a:p>
        </p:txBody>
      </p:sp>
      <p:sp>
        <p:nvSpPr>
          <p:cNvPr id="22" name="TextBox 22"/>
          <p:cNvSpPr txBox="1"/>
          <p:nvPr/>
        </p:nvSpPr>
        <p:spPr>
          <a:xfrm>
            <a:off x="1915150" y="5399343"/>
            <a:ext cx="1798929" cy="524887"/>
          </a:xfrm>
          <a:prstGeom prst="rect">
            <a:avLst/>
          </a:prstGeom>
        </p:spPr>
        <p:txBody>
          <a:bodyPr lIns="0" tIns="0" rIns="0" bIns="0" rtlCol="0" anchor="t">
            <a:spAutoFit/>
          </a:bodyPr>
          <a:lstStyle/>
          <a:p>
            <a:pPr algn="ctr">
              <a:lnSpc>
                <a:spcPts val="1387"/>
              </a:lnSpc>
            </a:pPr>
            <a:r>
              <a:rPr lang="en-US" sz="1067">
                <a:solidFill>
                  <a:srgbClr val="FFFFFF"/>
                </a:solidFill>
                <a:latin typeface="Muli" panose="00000500000000000000"/>
                <a:ea typeface="Muli" panose="00000500000000000000"/>
                <a:cs typeface="Muli" panose="00000500000000000000"/>
                <a:sym typeface="Muli" panose="00000500000000000000"/>
              </a:rPr>
              <a:t>Identify social media addiction patterns through data analysis.</a:t>
            </a:r>
          </a:p>
        </p:txBody>
      </p:sp>
      <p:sp>
        <p:nvSpPr>
          <p:cNvPr id="23" name="TextBox 23"/>
          <p:cNvSpPr txBox="1"/>
          <p:nvPr/>
        </p:nvSpPr>
        <p:spPr>
          <a:xfrm>
            <a:off x="7029568" y="5399343"/>
            <a:ext cx="1798929" cy="524887"/>
          </a:xfrm>
          <a:prstGeom prst="rect">
            <a:avLst/>
          </a:prstGeom>
        </p:spPr>
        <p:txBody>
          <a:bodyPr lIns="0" tIns="0" rIns="0" bIns="0" rtlCol="0" anchor="t">
            <a:spAutoFit/>
          </a:bodyPr>
          <a:lstStyle/>
          <a:p>
            <a:pPr algn="ctr">
              <a:lnSpc>
                <a:spcPts val="1387"/>
              </a:lnSpc>
            </a:pPr>
            <a:r>
              <a:rPr lang="en-US" sz="1067">
                <a:solidFill>
                  <a:srgbClr val="FFFFFF"/>
                </a:solidFill>
                <a:latin typeface="Muli" panose="00000500000000000000"/>
                <a:ea typeface="Muli" panose="00000500000000000000"/>
                <a:cs typeface="Muli" panose="00000500000000000000"/>
                <a:sym typeface="Muli" panose="00000500000000000000"/>
              </a:rPr>
              <a:t>Assess mental health risks associated with excessive usage.</a:t>
            </a:r>
          </a:p>
        </p:txBody>
      </p:sp>
      <p:sp>
        <p:nvSpPr>
          <p:cNvPr id="24" name="TextBox 24"/>
          <p:cNvSpPr txBox="1"/>
          <p:nvPr/>
        </p:nvSpPr>
        <p:spPr>
          <a:xfrm>
            <a:off x="9562283" y="5399343"/>
            <a:ext cx="1798929" cy="345351"/>
          </a:xfrm>
          <a:prstGeom prst="rect">
            <a:avLst/>
          </a:prstGeom>
        </p:spPr>
        <p:txBody>
          <a:bodyPr lIns="0" tIns="0" rIns="0" bIns="0" rtlCol="0" anchor="t">
            <a:spAutoFit/>
          </a:bodyPr>
          <a:lstStyle/>
          <a:p>
            <a:pPr algn="ctr">
              <a:lnSpc>
                <a:spcPts val="1387"/>
              </a:lnSpc>
            </a:pPr>
            <a:r>
              <a:rPr lang="en-US" sz="1067">
                <a:solidFill>
                  <a:srgbClr val="FFFFFF"/>
                </a:solidFill>
                <a:latin typeface="Muli" panose="00000500000000000000"/>
                <a:ea typeface="Muli" panose="00000500000000000000"/>
                <a:cs typeface="Muli" panose="00000500000000000000"/>
                <a:sym typeface="Muli" panose="00000500000000000000"/>
              </a:rPr>
              <a:t>Measure productivity impact and lifestyle disruptions.</a:t>
            </a:r>
          </a:p>
        </p:txBody>
      </p:sp>
      <p:sp>
        <p:nvSpPr>
          <p:cNvPr id="25" name="Google Shape;126;p4">
            <a:extLst>
              <a:ext uri="{FF2B5EF4-FFF2-40B4-BE49-F238E27FC236}">
                <a16:creationId xmlns:a16="http://schemas.microsoft.com/office/drawing/2014/main" id="{57E1DC0F-4AA5-F78F-1183-6E188BF93976}"/>
              </a:ext>
            </a:extLst>
          </p:cNvPr>
          <p:cNvSpPr/>
          <p:nvPr/>
        </p:nvSpPr>
        <p:spPr>
          <a:xfrm>
            <a:off x="508000" y="364063"/>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400"/>
              <a:buFont typeface="Noto Sans Symbols"/>
              <a:buChar char="▪"/>
            </a:pPr>
            <a:r>
              <a:rPr lang="en-US" sz="2800" dirty="0"/>
              <a:t>📱 </a:t>
            </a:r>
            <a:r>
              <a:rPr lang="en-US" sz="2800" b="0" i="0" u="sng" strike="noStrike" cap="none" dirty="0">
                <a:solidFill>
                  <a:schemeClr val="bg1">
                    <a:lumMod val="95000"/>
                  </a:schemeClr>
                </a:solidFill>
                <a:latin typeface="Calibri"/>
                <a:ea typeface="Calibri"/>
                <a:cs typeface="Calibri"/>
                <a:sym typeface="Calibri"/>
              </a:rPr>
              <a:t>The </a:t>
            </a:r>
            <a:r>
              <a:rPr lang="en-US" sz="2800" u="sng" dirty="0">
                <a:solidFill>
                  <a:schemeClr val="bg1">
                    <a:lumMod val="95000"/>
                  </a:schemeClr>
                </a:solidFill>
                <a:latin typeface="Calibri"/>
                <a:ea typeface="Calibri"/>
                <a:cs typeface="Calibri"/>
                <a:sym typeface="Calibri"/>
              </a:rPr>
              <a:t>Project Objective</a:t>
            </a:r>
            <a:endParaRPr sz="2800" b="0" i="0" u="none" strike="noStrike" cap="none" dirty="0">
              <a:solidFill>
                <a:schemeClr val="bg1">
                  <a:lumMod val="95000"/>
                </a:schemeClr>
              </a:solidFill>
              <a:latin typeface="Calibri"/>
              <a:ea typeface="Calibri"/>
              <a:cs typeface="Calibri"/>
              <a:sym typeface="Calibri"/>
            </a:endParaRPr>
          </a:p>
        </p:txBody>
      </p:sp>
      <p:sp>
        <p:nvSpPr>
          <p:cNvPr id="26" name="Google Shape;127;p4">
            <a:hlinkClick r:id="rId3" action="ppaction://hlinksldjump"/>
            <a:extLst>
              <a:ext uri="{FF2B5EF4-FFF2-40B4-BE49-F238E27FC236}">
                <a16:creationId xmlns:a16="http://schemas.microsoft.com/office/drawing/2014/main" id="{EBDEA287-2BF8-3D2F-E160-94A416F61B75}"/>
              </a:ext>
            </a:extLst>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27" name="Group 3">
            <a:extLst>
              <a:ext uri="{FF2B5EF4-FFF2-40B4-BE49-F238E27FC236}">
                <a16:creationId xmlns:a16="http://schemas.microsoft.com/office/drawing/2014/main" id="{F75CDCD2-FBB8-0207-59F2-A9682E664028}"/>
              </a:ext>
            </a:extLst>
          </p:cNvPr>
          <p:cNvGrpSpPr/>
          <p:nvPr/>
        </p:nvGrpSpPr>
        <p:grpSpPr>
          <a:xfrm>
            <a:off x="1948553" y="3028506"/>
            <a:ext cx="1749421" cy="1749421"/>
            <a:chOff x="-1434760" y="905278"/>
            <a:chExt cx="812800" cy="812800"/>
          </a:xfrm>
        </p:grpSpPr>
        <p:sp>
          <p:nvSpPr>
            <p:cNvPr id="28" name="Freeform 4">
              <a:extLst>
                <a:ext uri="{FF2B5EF4-FFF2-40B4-BE49-F238E27FC236}">
                  <a16:creationId xmlns:a16="http://schemas.microsoft.com/office/drawing/2014/main" id="{10C7A888-D57D-8016-DA53-65F0D065976E}"/>
                </a:ext>
              </a:extLst>
            </p:cNvPr>
            <p:cNvSpPr/>
            <p:nvPr/>
          </p:nvSpPr>
          <p:spPr>
            <a:xfrm>
              <a:off x="-1434760" y="905278"/>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62235">
                <a:alpha val="75000"/>
              </a:srgbClr>
            </a:solidFill>
          </p:spPr>
          <p:txBody>
            <a:bodyPr/>
            <a:lstStyle/>
            <a:p>
              <a:endParaRPr lang="en-US" sz="933"/>
            </a:p>
          </p:txBody>
        </p:sp>
        <p:sp>
          <p:nvSpPr>
            <p:cNvPr id="29" name="TextBox 5">
              <a:extLst>
                <a:ext uri="{FF2B5EF4-FFF2-40B4-BE49-F238E27FC236}">
                  <a16:creationId xmlns:a16="http://schemas.microsoft.com/office/drawing/2014/main" id="{E73E5F30-8311-C2E2-15A3-F5491B2AAB07}"/>
                </a:ext>
              </a:extLst>
            </p:cNvPr>
            <p:cNvSpPr txBox="1"/>
            <p:nvPr/>
          </p:nvSpPr>
          <p:spPr>
            <a:xfrm>
              <a:off x="-1300105" y="905278"/>
              <a:ext cx="660400" cy="765175"/>
            </a:xfrm>
            <a:prstGeom prst="rect">
              <a:avLst/>
            </a:prstGeom>
          </p:spPr>
          <p:txBody>
            <a:bodyPr lIns="33867" tIns="33867" rIns="33867" bIns="33867" rtlCol="0" anchor="ctr"/>
            <a:lstStyle/>
            <a:p>
              <a:pPr algn="ctr">
                <a:lnSpc>
                  <a:spcPts val="4640"/>
                </a:lnSpc>
              </a:pPr>
              <a:r>
                <a:rPr lang="en-US" sz="3200" b="1" dirty="0">
                  <a:solidFill>
                    <a:schemeClr val="bg1">
                      <a:lumMod val="95000"/>
                    </a:schemeClr>
                  </a:solidFill>
                  <a:latin typeface="Muli Bold" panose="00000800000000000000"/>
                  <a:ea typeface="Muli Bold" panose="00000800000000000000"/>
                  <a:cs typeface="Muli Bold" panose="00000800000000000000"/>
                  <a:sym typeface="Muli Bold" panose="00000800000000000000"/>
                </a:rPr>
                <a:t>01</a:t>
              </a:r>
            </a:p>
          </p:txBody>
        </p:sp>
      </p:grpSp>
      <p:grpSp>
        <p:nvGrpSpPr>
          <p:cNvPr id="30" name="Group 3">
            <a:extLst>
              <a:ext uri="{FF2B5EF4-FFF2-40B4-BE49-F238E27FC236}">
                <a16:creationId xmlns:a16="http://schemas.microsoft.com/office/drawing/2014/main" id="{3F8065A1-AD32-9B96-9DF9-2054D0B42BFF}"/>
              </a:ext>
            </a:extLst>
          </p:cNvPr>
          <p:cNvGrpSpPr/>
          <p:nvPr/>
        </p:nvGrpSpPr>
        <p:grpSpPr>
          <a:xfrm>
            <a:off x="6962659" y="2937609"/>
            <a:ext cx="1749421" cy="1749421"/>
            <a:chOff x="-1434760" y="905278"/>
            <a:chExt cx="812800" cy="812800"/>
          </a:xfrm>
        </p:grpSpPr>
        <p:sp>
          <p:nvSpPr>
            <p:cNvPr id="31" name="Freeform 4">
              <a:extLst>
                <a:ext uri="{FF2B5EF4-FFF2-40B4-BE49-F238E27FC236}">
                  <a16:creationId xmlns:a16="http://schemas.microsoft.com/office/drawing/2014/main" id="{041A5654-29CC-7B5F-D7A7-8DD896EE328C}"/>
                </a:ext>
              </a:extLst>
            </p:cNvPr>
            <p:cNvSpPr/>
            <p:nvPr/>
          </p:nvSpPr>
          <p:spPr>
            <a:xfrm>
              <a:off x="-1434760" y="905278"/>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62235">
                <a:alpha val="75000"/>
              </a:srgbClr>
            </a:solidFill>
          </p:spPr>
          <p:txBody>
            <a:bodyPr/>
            <a:lstStyle/>
            <a:p>
              <a:endParaRPr lang="en-US" sz="933"/>
            </a:p>
          </p:txBody>
        </p:sp>
        <p:sp>
          <p:nvSpPr>
            <p:cNvPr id="32" name="TextBox 5">
              <a:extLst>
                <a:ext uri="{FF2B5EF4-FFF2-40B4-BE49-F238E27FC236}">
                  <a16:creationId xmlns:a16="http://schemas.microsoft.com/office/drawing/2014/main" id="{42D19CAA-1A00-FBFA-EA85-11F3BB894BF7}"/>
                </a:ext>
              </a:extLst>
            </p:cNvPr>
            <p:cNvSpPr txBox="1"/>
            <p:nvPr/>
          </p:nvSpPr>
          <p:spPr>
            <a:xfrm>
              <a:off x="-1300105" y="905278"/>
              <a:ext cx="660400" cy="765175"/>
            </a:xfrm>
            <a:prstGeom prst="rect">
              <a:avLst/>
            </a:prstGeom>
          </p:spPr>
          <p:txBody>
            <a:bodyPr lIns="33867" tIns="33867" rIns="33867" bIns="33867" rtlCol="0" anchor="ctr"/>
            <a:lstStyle/>
            <a:p>
              <a:pPr algn="ctr">
                <a:lnSpc>
                  <a:spcPts val="4640"/>
                </a:lnSpc>
              </a:pPr>
              <a:r>
                <a:rPr lang="en-US" sz="3200" b="1" dirty="0">
                  <a:solidFill>
                    <a:schemeClr val="bg1">
                      <a:lumMod val="95000"/>
                    </a:schemeClr>
                  </a:solidFill>
                  <a:latin typeface="Muli Bold" panose="00000800000000000000"/>
                  <a:ea typeface="Muli Bold" panose="00000800000000000000"/>
                  <a:cs typeface="Muli Bold" panose="00000800000000000000"/>
                  <a:sym typeface="Muli Bold" panose="00000800000000000000"/>
                </a:rPr>
                <a:t>03</a:t>
              </a:r>
            </a:p>
          </p:txBody>
        </p:sp>
      </p:grpSp>
      <p:grpSp>
        <p:nvGrpSpPr>
          <p:cNvPr id="33" name="Group 3">
            <a:extLst>
              <a:ext uri="{FF2B5EF4-FFF2-40B4-BE49-F238E27FC236}">
                <a16:creationId xmlns:a16="http://schemas.microsoft.com/office/drawing/2014/main" id="{0313127E-8DD0-5EB2-911B-32F6F3EC3CEE}"/>
              </a:ext>
            </a:extLst>
          </p:cNvPr>
          <p:cNvGrpSpPr/>
          <p:nvPr/>
        </p:nvGrpSpPr>
        <p:grpSpPr>
          <a:xfrm>
            <a:off x="9583681" y="2977253"/>
            <a:ext cx="1749421" cy="1749421"/>
            <a:chOff x="-1434760" y="905278"/>
            <a:chExt cx="812800" cy="812800"/>
          </a:xfrm>
        </p:grpSpPr>
        <p:sp>
          <p:nvSpPr>
            <p:cNvPr id="34" name="Freeform 4">
              <a:extLst>
                <a:ext uri="{FF2B5EF4-FFF2-40B4-BE49-F238E27FC236}">
                  <a16:creationId xmlns:a16="http://schemas.microsoft.com/office/drawing/2014/main" id="{F7642081-7902-2955-5CA5-0E6D87FC608A}"/>
                </a:ext>
              </a:extLst>
            </p:cNvPr>
            <p:cNvSpPr/>
            <p:nvPr/>
          </p:nvSpPr>
          <p:spPr>
            <a:xfrm>
              <a:off x="-1434760" y="905278"/>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62235">
                <a:alpha val="75000"/>
              </a:srgbClr>
            </a:solidFill>
          </p:spPr>
          <p:txBody>
            <a:bodyPr/>
            <a:lstStyle/>
            <a:p>
              <a:endParaRPr lang="en-US" sz="933"/>
            </a:p>
          </p:txBody>
        </p:sp>
        <p:sp>
          <p:nvSpPr>
            <p:cNvPr id="35" name="TextBox 5">
              <a:extLst>
                <a:ext uri="{FF2B5EF4-FFF2-40B4-BE49-F238E27FC236}">
                  <a16:creationId xmlns:a16="http://schemas.microsoft.com/office/drawing/2014/main" id="{173AF151-5E6E-0ED7-D7E0-5943F9E47633}"/>
                </a:ext>
              </a:extLst>
            </p:cNvPr>
            <p:cNvSpPr txBox="1"/>
            <p:nvPr/>
          </p:nvSpPr>
          <p:spPr>
            <a:xfrm>
              <a:off x="-1300105" y="905278"/>
              <a:ext cx="660400" cy="765175"/>
            </a:xfrm>
            <a:prstGeom prst="rect">
              <a:avLst/>
            </a:prstGeom>
          </p:spPr>
          <p:txBody>
            <a:bodyPr lIns="33867" tIns="33867" rIns="33867" bIns="33867" rtlCol="0" anchor="ctr"/>
            <a:lstStyle/>
            <a:p>
              <a:pPr algn="ctr">
                <a:lnSpc>
                  <a:spcPts val="4640"/>
                </a:lnSpc>
              </a:pPr>
              <a:r>
                <a:rPr lang="en-US" sz="3200" b="1" dirty="0">
                  <a:solidFill>
                    <a:schemeClr val="bg1">
                      <a:lumMod val="95000"/>
                    </a:schemeClr>
                  </a:solidFill>
                  <a:latin typeface="Muli Bold" panose="00000800000000000000"/>
                  <a:ea typeface="Muli Bold" panose="00000800000000000000"/>
                  <a:cs typeface="Muli Bold" panose="00000800000000000000"/>
                  <a:sym typeface="Muli Bold" panose="00000800000000000000"/>
                </a:rPr>
                <a:t>04</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124">
          <a:extLst>
            <a:ext uri="{FF2B5EF4-FFF2-40B4-BE49-F238E27FC236}">
              <a16:creationId xmlns:a16="http://schemas.microsoft.com/office/drawing/2014/main" id="{811CC038-A93A-AB22-CD0A-A790185D2E59}"/>
            </a:ext>
          </a:extLst>
        </p:cNvPr>
        <p:cNvGrpSpPr/>
        <p:nvPr/>
      </p:nvGrpSpPr>
      <p:grpSpPr>
        <a:xfrm>
          <a:off x="0" y="0"/>
          <a:ext cx="0" cy="0"/>
          <a:chOff x="0" y="0"/>
          <a:chExt cx="0" cy="0"/>
        </a:xfrm>
      </p:grpSpPr>
      <p:sp>
        <p:nvSpPr>
          <p:cNvPr id="126" name="Google Shape;126;p4">
            <a:extLst>
              <a:ext uri="{FF2B5EF4-FFF2-40B4-BE49-F238E27FC236}">
                <a16:creationId xmlns:a16="http://schemas.microsoft.com/office/drawing/2014/main" id="{E7BC2DBE-F511-1FC5-C870-5D042ADFC892}"/>
              </a:ext>
            </a:extLst>
          </p:cNvPr>
          <p:cNvSpPr/>
          <p:nvPr/>
        </p:nvSpPr>
        <p:spPr>
          <a:xfrm>
            <a:off x="508000" y="364063"/>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u="sng" dirty="0">
                <a:solidFill>
                  <a:schemeClr val="bg1">
                    <a:lumMod val="95000"/>
                  </a:schemeClr>
                </a:solidFill>
                <a:latin typeface="Calibri"/>
                <a:ea typeface="Calibri"/>
                <a:cs typeface="Calibri"/>
                <a:sym typeface="Calibri"/>
              </a:rPr>
              <a:t>Under Standing the Data</a:t>
            </a:r>
          </a:p>
          <a:p>
            <a:pPr lvl="0" algn="ctr">
              <a:buClr>
                <a:srgbClr val="7030A0"/>
              </a:buClr>
              <a:buSzPts val="2800"/>
            </a:pPr>
            <a:r>
              <a:rPr lang="en-US" sz="2000" dirty="0">
                <a:solidFill>
                  <a:schemeClr val="bg1">
                    <a:lumMod val="95000"/>
                  </a:schemeClr>
                </a:solidFill>
              </a:rPr>
              <a:t>                                       Dataset • Preprocessing • Modeling</a:t>
            </a:r>
            <a:endParaRPr lang="en-US" sz="2000" u="sng" dirty="0">
              <a:solidFill>
                <a:schemeClr val="bg1">
                  <a:lumMod val="95000"/>
                </a:schemeClr>
              </a:solidFill>
              <a:latin typeface="Calibri"/>
              <a:ea typeface="Calibri"/>
              <a:cs typeface="Calibri"/>
              <a:sym typeface="Calibri"/>
            </a:endParaRPr>
          </a:p>
        </p:txBody>
      </p:sp>
      <p:sp>
        <p:nvSpPr>
          <p:cNvPr id="127" name="Google Shape;127;p4">
            <a:hlinkClick r:id="rId3" action="ppaction://hlinksldjump"/>
            <a:extLst>
              <a:ext uri="{FF2B5EF4-FFF2-40B4-BE49-F238E27FC236}">
                <a16:creationId xmlns:a16="http://schemas.microsoft.com/office/drawing/2014/main" id="{36F171D0-7197-CB9F-E908-1B50F55FA827}"/>
              </a:ext>
            </a:extLst>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8" name="Google Shape;128;p4">
            <a:extLst>
              <a:ext uri="{FF2B5EF4-FFF2-40B4-BE49-F238E27FC236}">
                <a16:creationId xmlns:a16="http://schemas.microsoft.com/office/drawing/2014/main" id="{33E08914-E736-469F-F581-9A4676988625}"/>
              </a:ext>
            </a:extLst>
          </p:cNvPr>
          <p:cNvSpPr/>
          <p:nvPr/>
        </p:nvSpPr>
        <p:spPr>
          <a:xfrm>
            <a:off x="1944913" y="1202433"/>
            <a:ext cx="9388189" cy="529150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2400" b="1" i="0" u="none" strike="noStrike" cap="none">
              <a:solidFill>
                <a:schemeClr val="bg1">
                  <a:lumMod val="95000"/>
                </a:schemeClr>
              </a:solidFill>
              <a:latin typeface="Calibri"/>
              <a:ea typeface="Calibri"/>
              <a:cs typeface="Calibri"/>
              <a:sym typeface="Calibri"/>
            </a:endParaRPr>
          </a:p>
        </p:txBody>
      </p:sp>
      <p:pic>
        <p:nvPicPr>
          <p:cNvPr id="129" name="Google Shape;129;p4">
            <a:extLst>
              <a:ext uri="{FF2B5EF4-FFF2-40B4-BE49-F238E27FC236}">
                <a16:creationId xmlns:a16="http://schemas.microsoft.com/office/drawing/2014/main" id="{DF9F33AB-0A5B-23EF-5B1C-403A3EA15B99}"/>
              </a:ext>
            </a:extLst>
          </p:cNvPr>
          <p:cNvPicPr preferRelativeResize="0"/>
          <p:nvPr/>
        </p:nvPicPr>
        <p:blipFill rotWithShape="1">
          <a:blip r:embed="rId4">
            <a:alphaModFix/>
          </a:blip>
          <a:srcRect/>
          <a:stretch/>
        </p:blipFill>
        <p:spPr>
          <a:xfrm>
            <a:off x="250372" y="5714999"/>
            <a:ext cx="1215571" cy="1088193"/>
          </a:xfrm>
          <a:prstGeom prst="rect">
            <a:avLst/>
          </a:prstGeom>
          <a:noFill/>
          <a:ln>
            <a:noFill/>
          </a:ln>
        </p:spPr>
      </p:pic>
      <p:sp>
        <p:nvSpPr>
          <p:cNvPr id="130" name="Google Shape;130;p4">
            <a:extLst>
              <a:ext uri="{FF2B5EF4-FFF2-40B4-BE49-F238E27FC236}">
                <a16:creationId xmlns:a16="http://schemas.microsoft.com/office/drawing/2014/main" id="{ECBCFC46-0A7C-3D78-32C2-3A34F248175E}"/>
              </a:ext>
            </a:extLst>
          </p:cNvPr>
          <p:cNvSpPr txBox="1"/>
          <p:nvPr/>
        </p:nvSpPr>
        <p:spPr>
          <a:xfrm>
            <a:off x="2235200" y="1372949"/>
            <a:ext cx="8861425" cy="4904026"/>
          </a:xfrm>
          <a:prstGeom prst="rect">
            <a:avLst/>
          </a:prstGeom>
          <a:noFill/>
          <a:ln>
            <a:noFill/>
          </a:ln>
        </p:spPr>
        <p:txBody>
          <a:bodyPr spcFirstLastPara="1" wrap="square" lIns="91425" tIns="91425" rIns="91425" bIns="91425" anchor="t" anchorCtr="0">
            <a:noAutofit/>
          </a:bodyPr>
          <a:lstStyle/>
          <a:p>
            <a:r>
              <a:rPr lang="en-US" sz="2000" b="1" dirty="0">
                <a:solidFill>
                  <a:schemeClr val="bg1">
                    <a:lumMod val="95000"/>
                  </a:schemeClr>
                </a:solidFill>
              </a:rPr>
              <a:t>DATASET OVERVIEW--</a:t>
            </a:r>
            <a:r>
              <a:rPr lang="en-US" sz="1600" b="1" dirty="0">
                <a:solidFill>
                  <a:schemeClr val="bg1">
                    <a:lumMod val="95000"/>
                  </a:schemeClr>
                </a:solidFill>
              </a:rPr>
              <a:t>What Did We Analyze?</a:t>
            </a:r>
          </a:p>
          <a:p>
            <a:r>
              <a:rPr lang="en-US" dirty="0">
                <a:solidFill>
                  <a:schemeClr val="bg1">
                    <a:lumMod val="95000"/>
                  </a:schemeClr>
                </a:solidFill>
              </a:rPr>
              <a:t>                                           The dataset represents </a:t>
            </a:r>
            <a:r>
              <a:rPr lang="en-US" b="1" dirty="0">
                <a:solidFill>
                  <a:schemeClr val="bg1">
                    <a:lumMod val="95000"/>
                  </a:schemeClr>
                </a:solidFill>
              </a:rPr>
              <a:t>user-level behavioral data</a:t>
            </a:r>
            <a:r>
              <a:rPr lang="en-US" dirty="0">
                <a:solidFill>
                  <a:schemeClr val="bg1">
                    <a:lumMod val="95000"/>
                  </a:schemeClr>
                </a:solidFill>
              </a:rPr>
              <a:t>, combining:</a:t>
            </a:r>
          </a:p>
          <a:p>
            <a:endParaRPr lang="en-US" sz="2000" b="1" dirty="0">
              <a:solidFill>
                <a:schemeClr val="bg1">
                  <a:lumMod val="95000"/>
                </a:schemeClr>
              </a:solidFill>
            </a:endParaRPr>
          </a:p>
          <a:p>
            <a:pPr>
              <a:buClr>
                <a:srgbClr val="0070C0"/>
              </a:buClr>
            </a:pPr>
            <a:endParaRPr lang="en-US" sz="2000" dirty="0">
              <a:solidFill>
                <a:schemeClr val="bg1">
                  <a:lumMod val="95000"/>
                </a:schemeClr>
              </a:solidFill>
            </a:endParaRPr>
          </a:p>
          <a:p>
            <a:pPr marL="0" marR="0" lvl="0" indent="0" algn="just" rtl="0">
              <a:lnSpc>
                <a:spcPct val="150000"/>
              </a:lnSpc>
              <a:spcBef>
                <a:spcPts val="0"/>
              </a:spcBef>
              <a:spcAft>
                <a:spcPts val="0"/>
              </a:spcAft>
              <a:buClr>
                <a:schemeClr val="dk1"/>
              </a:buClr>
              <a:buSzPts val="1800"/>
              <a:buFont typeface="Nunito Light"/>
              <a:buNone/>
            </a:pPr>
            <a:endParaRPr sz="2000" b="0" i="0" u="none" strike="noStrike" cap="none" dirty="0">
              <a:solidFill>
                <a:schemeClr val="bg1">
                  <a:lumMod val="95000"/>
                </a:schemeClr>
              </a:solidFill>
              <a:latin typeface="Arial"/>
              <a:ea typeface="Arial"/>
              <a:cs typeface="Arial"/>
              <a:sym typeface="Arial"/>
            </a:endParaRPr>
          </a:p>
        </p:txBody>
      </p:sp>
      <p:sp>
        <p:nvSpPr>
          <p:cNvPr id="7" name="Google Shape;119;p3">
            <a:extLst>
              <a:ext uri="{FF2B5EF4-FFF2-40B4-BE49-F238E27FC236}">
                <a16:creationId xmlns:a16="http://schemas.microsoft.com/office/drawing/2014/main" id="{84D8C67D-88A9-A3FC-A012-C8B56BE2A799}"/>
              </a:ext>
            </a:extLst>
          </p:cNvPr>
          <p:cNvSpPr/>
          <p:nvPr/>
        </p:nvSpPr>
        <p:spPr>
          <a:xfrm>
            <a:off x="2729903" y="2305050"/>
            <a:ext cx="2431060" cy="1847716"/>
          </a:xfrm>
          <a:prstGeom prst="roundRect">
            <a:avLst>
              <a:gd name="adj" fmla="val 16667"/>
            </a:avLst>
          </a:prstGeom>
          <a:solidFill>
            <a:srgbClr val="162235">
              <a:alpha val="75000"/>
            </a:srgbClr>
          </a:solidFill>
          <a:ln>
            <a:noFill/>
          </a:ln>
          <a:effectLst>
            <a:outerShdw blurRad="50800" dist="38100" dir="2700000" algn="tl" rotWithShape="0">
              <a:schemeClr val="bg1">
                <a:lumMod val="50000"/>
                <a:alpha val="40000"/>
              </a:schemeClr>
            </a:outerShdw>
          </a:effectLst>
        </p:spPr>
        <p:txBody>
          <a:bodyPr spcFirstLastPara="1" wrap="square" lIns="91425" tIns="45700" rIns="91425" bIns="45700" anchor="t" anchorCtr="0">
            <a:noAutofit/>
          </a:bodyPr>
          <a:lstStyle/>
          <a:p>
            <a:pPr lvl="0">
              <a:spcBef>
                <a:spcPts val="800"/>
              </a:spcBef>
            </a:pPr>
            <a:r>
              <a:rPr lang="en-US" sz="1600" dirty="0">
                <a:solidFill>
                  <a:schemeClr val="bg1">
                    <a:lumMod val="95000"/>
                  </a:schemeClr>
                </a:solidFill>
              </a:rPr>
              <a:t>DEMOGRAPHICS 👥</a:t>
            </a:r>
          </a:p>
          <a:p>
            <a:pPr marL="285750" lvl="0" indent="-285750">
              <a:spcBef>
                <a:spcPts val="800"/>
              </a:spcBef>
              <a:buClr>
                <a:srgbClr val="0070C0"/>
              </a:buClr>
              <a:buFont typeface="Wingdings" panose="05000000000000000000" pitchFamily="2" charset="2"/>
              <a:buChar char="Ø"/>
            </a:pPr>
            <a:r>
              <a:rPr lang="en-US" dirty="0">
                <a:solidFill>
                  <a:schemeClr val="bg1">
                    <a:lumMod val="95000"/>
                  </a:schemeClr>
                </a:solidFill>
              </a:rPr>
              <a:t>Age</a:t>
            </a:r>
          </a:p>
          <a:p>
            <a:pPr marL="285750" lvl="0" indent="-285750">
              <a:spcBef>
                <a:spcPts val="800"/>
              </a:spcBef>
              <a:buClr>
                <a:srgbClr val="0070C0"/>
              </a:buClr>
              <a:buFont typeface="Wingdings" panose="05000000000000000000" pitchFamily="2" charset="2"/>
              <a:buChar char="Ø"/>
            </a:pPr>
            <a:r>
              <a:rPr lang="en-US" dirty="0">
                <a:solidFill>
                  <a:schemeClr val="bg1">
                    <a:lumMod val="95000"/>
                  </a:schemeClr>
                </a:solidFill>
              </a:rPr>
              <a:t> Gender</a:t>
            </a:r>
          </a:p>
          <a:p>
            <a:pPr marL="285750" lvl="0" indent="-285750">
              <a:spcBef>
                <a:spcPts val="800"/>
              </a:spcBef>
              <a:buClr>
                <a:srgbClr val="0070C0"/>
              </a:buClr>
              <a:buFont typeface="Wingdings" panose="05000000000000000000" pitchFamily="2" charset="2"/>
              <a:buChar char="Ø"/>
            </a:pPr>
            <a:r>
              <a:rPr lang="en-US" dirty="0">
                <a:solidFill>
                  <a:schemeClr val="bg1">
                    <a:lumMod val="95000"/>
                  </a:schemeClr>
                </a:solidFill>
              </a:rPr>
              <a:t> Education</a:t>
            </a:r>
          </a:p>
          <a:p>
            <a:pPr marL="285750" lvl="0" indent="-285750">
              <a:spcBef>
                <a:spcPts val="800"/>
              </a:spcBef>
              <a:buClr>
                <a:srgbClr val="0070C0"/>
              </a:buClr>
              <a:buFont typeface="Wingdings" panose="05000000000000000000" pitchFamily="2" charset="2"/>
              <a:buChar char="Ø"/>
            </a:pPr>
            <a:r>
              <a:rPr lang="en-US" dirty="0">
                <a:solidFill>
                  <a:schemeClr val="bg1">
                    <a:lumMod val="95000"/>
                  </a:schemeClr>
                </a:solidFill>
              </a:rPr>
              <a:t> Life stage</a:t>
            </a:r>
            <a:endParaRPr sz="1600" b="1" i="0" u="none" strike="noStrike" cap="none" dirty="0">
              <a:solidFill>
                <a:schemeClr val="bg1">
                  <a:lumMod val="95000"/>
                </a:schemeClr>
              </a:solidFill>
              <a:latin typeface="Calibri"/>
              <a:ea typeface="Calibri"/>
              <a:cs typeface="Calibri"/>
              <a:sym typeface="Calibri"/>
            </a:endParaRPr>
          </a:p>
        </p:txBody>
      </p:sp>
      <p:sp>
        <p:nvSpPr>
          <p:cNvPr id="13" name="Google Shape;119;p3">
            <a:extLst>
              <a:ext uri="{FF2B5EF4-FFF2-40B4-BE49-F238E27FC236}">
                <a16:creationId xmlns:a16="http://schemas.microsoft.com/office/drawing/2014/main" id="{A837D53F-148A-4F33-537B-0735440FAE01}"/>
              </a:ext>
            </a:extLst>
          </p:cNvPr>
          <p:cNvSpPr/>
          <p:nvPr/>
        </p:nvSpPr>
        <p:spPr>
          <a:xfrm>
            <a:off x="5655666" y="2257425"/>
            <a:ext cx="2431060" cy="1847716"/>
          </a:xfrm>
          <a:prstGeom prst="roundRect">
            <a:avLst>
              <a:gd name="adj" fmla="val 16667"/>
            </a:avLst>
          </a:prstGeom>
          <a:solidFill>
            <a:srgbClr val="162235">
              <a:alpha val="75000"/>
            </a:srgbClr>
          </a:solidFill>
          <a:ln>
            <a:noFill/>
          </a:ln>
          <a:effectLst>
            <a:outerShdw blurRad="50800" dist="38100" dir="2700000" algn="tl" rotWithShape="0">
              <a:schemeClr val="bg1">
                <a:lumMod val="50000"/>
                <a:alpha val="40000"/>
              </a:schemeClr>
            </a:outerShdw>
          </a:effectLst>
        </p:spPr>
        <p:txBody>
          <a:bodyPr spcFirstLastPara="1" wrap="square" lIns="91425" tIns="45700" rIns="91425" bIns="45700" anchor="t" anchorCtr="0">
            <a:noAutofit/>
          </a:bodyPr>
          <a:lstStyle/>
          <a:p>
            <a:pPr lvl="0">
              <a:lnSpc>
                <a:spcPct val="150000"/>
              </a:lnSpc>
              <a:spcBef>
                <a:spcPts val="800"/>
              </a:spcBef>
            </a:pPr>
            <a:r>
              <a:rPr lang="en-US" sz="1600" dirty="0">
                <a:solidFill>
                  <a:schemeClr val="bg1">
                    <a:lumMod val="95000"/>
                  </a:schemeClr>
                </a:solidFill>
              </a:rPr>
              <a:t>USAGE BEHAVIOR </a:t>
            </a:r>
            <a:r>
              <a:rPr lang="en-US" sz="1600" dirty="0"/>
              <a:t>📱</a:t>
            </a:r>
            <a:endParaRPr lang="en-US" sz="1600" dirty="0">
              <a:solidFill>
                <a:schemeClr val="bg1">
                  <a:lumMod val="95000"/>
                </a:schemeClr>
              </a:solidFill>
            </a:endParaRPr>
          </a:p>
          <a:p>
            <a:pPr marL="285750" indent="-285750">
              <a:spcBef>
                <a:spcPts val="800"/>
              </a:spcBef>
              <a:buClr>
                <a:srgbClr val="0070C0"/>
              </a:buClr>
              <a:buFont typeface="Wingdings" panose="05000000000000000000" pitchFamily="2" charset="2"/>
              <a:buChar char="Ø"/>
            </a:pPr>
            <a:r>
              <a:rPr lang="en-US" dirty="0">
                <a:solidFill>
                  <a:schemeClr val="bg1">
                    <a:lumMod val="95000"/>
                  </a:schemeClr>
                </a:solidFill>
              </a:rPr>
              <a:t>Screen time </a:t>
            </a:r>
          </a:p>
          <a:p>
            <a:pPr marL="285750" indent="-285750">
              <a:spcBef>
                <a:spcPts val="800"/>
              </a:spcBef>
              <a:buClr>
                <a:srgbClr val="0070C0"/>
              </a:buClr>
              <a:buFont typeface="Wingdings" panose="05000000000000000000" pitchFamily="2" charset="2"/>
              <a:buChar char="Ø"/>
            </a:pPr>
            <a:r>
              <a:rPr lang="en-US" dirty="0">
                <a:solidFill>
                  <a:schemeClr val="bg1">
                    <a:lumMod val="95000"/>
                  </a:schemeClr>
                </a:solidFill>
              </a:rPr>
              <a:t>Social media usage</a:t>
            </a:r>
          </a:p>
          <a:p>
            <a:pPr marL="285750" indent="-285750">
              <a:spcBef>
                <a:spcPts val="800"/>
              </a:spcBef>
              <a:buClr>
                <a:srgbClr val="0070C0"/>
              </a:buClr>
              <a:buFont typeface="Wingdings" panose="05000000000000000000" pitchFamily="2" charset="2"/>
              <a:buChar char="Ø"/>
            </a:pPr>
            <a:r>
              <a:rPr lang="en-US" dirty="0">
                <a:solidFill>
                  <a:schemeClr val="bg1">
                    <a:lumMod val="95000"/>
                  </a:schemeClr>
                </a:solidFill>
              </a:rPr>
              <a:t> Platform usage</a:t>
            </a:r>
            <a:endParaRPr dirty="0">
              <a:solidFill>
                <a:schemeClr val="bg1">
                  <a:lumMod val="95000"/>
                </a:schemeClr>
              </a:solidFill>
              <a:sym typeface="Calibri"/>
            </a:endParaRPr>
          </a:p>
        </p:txBody>
      </p:sp>
      <p:sp>
        <p:nvSpPr>
          <p:cNvPr id="14" name="Google Shape;119;p3">
            <a:extLst>
              <a:ext uri="{FF2B5EF4-FFF2-40B4-BE49-F238E27FC236}">
                <a16:creationId xmlns:a16="http://schemas.microsoft.com/office/drawing/2014/main" id="{88F7AFC6-D0DF-B1CA-6766-5FB7A84466C2}"/>
              </a:ext>
            </a:extLst>
          </p:cNvPr>
          <p:cNvSpPr/>
          <p:nvPr/>
        </p:nvSpPr>
        <p:spPr>
          <a:xfrm>
            <a:off x="8504798" y="2304916"/>
            <a:ext cx="2431060" cy="1847716"/>
          </a:xfrm>
          <a:prstGeom prst="roundRect">
            <a:avLst>
              <a:gd name="adj" fmla="val 16667"/>
            </a:avLst>
          </a:prstGeom>
          <a:solidFill>
            <a:srgbClr val="162235">
              <a:alpha val="75000"/>
            </a:srgbClr>
          </a:solidFill>
          <a:ln>
            <a:noFill/>
          </a:ln>
          <a:effectLst>
            <a:outerShdw blurRad="50800" dist="38100" dir="2700000" algn="tl" rotWithShape="0">
              <a:schemeClr val="bg1">
                <a:lumMod val="50000"/>
                <a:alpha val="40000"/>
              </a:schemeClr>
            </a:outerShdw>
          </a:effectLst>
        </p:spPr>
        <p:txBody>
          <a:bodyPr spcFirstLastPara="1" wrap="square" lIns="91425" tIns="45700" rIns="91425" bIns="45700" anchor="t" anchorCtr="0">
            <a:noAutofit/>
          </a:bodyPr>
          <a:lstStyle/>
          <a:p>
            <a:pPr lvl="0">
              <a:lnSpc>
                <a:spcPct val="150000"/>
              </a:lnSpc>
              <a:spcBef>
                <a:spcPts val="800"/>
              </a:spcBef>
            </a:pPr>
            <a:r>
              <a:rPr lang="en-US" sz="1600" dirty="0">
                <a:solidFill>
                  <a:schemeClr val="bg1">
                    <a:lumMod val="95000"/>
                  </a:schemeClr>
                </a:solidFill>
              </a:rPr>
              <a:t>Interaction Data</a:t>
            </a:r>
            <a:r>
              <a:rPr lang="en-US" sz="1600" dirty="0"/>
              <a:t>💬</a:t>
            </a:r>
          </a:p>
          <a:p>
            <a:pPr marL="285750" lvl="0" indent="-285750">
              <a:spcBef>
                <a:spcPts val="800"/>
              </a:spcBef>
              <a:buClr>
                <a:srgbClr val="0070C0"/>
              </a:buClr>
              <a:buFont typeface="Wingdings" panose="05000000000000000000" pitchFamily="2" charset="2"/>
              <a:buChar char="Ø"/>
            </a:pPr>
            <a:r>
              <a:rPr lang="en-US" dirty="0">
                <a:solidFill>
                  <a:schemeClr val="bg1">
                    <a:lumMod val="95000"/>
                  </a:schemeClr>
                </a:solidFill>
              </a:rPr>
              <a:t>Positive interactions</a:t>
            </a:r>
          </a:p>
          <a:p>
            <a:pPr marL="285750" lvl="0" indent="-285750">
              <a:spcBef>
                <a:spcPts val="800"/>
              </a:spcBef>
              <a:buClr>
                <a:srgbClr val="0070C0"/>
              </a:buClr>
              <a:buFont typeface="Wingdings" panose="05000000000000000000" pitchFamily="2" charset="2"/>
              <a:buChar char="Ø"/>
            </a:pPr>
            <a:r>
              <a:rPr lang="en-US" dirty="0">
                <a:solidFill>
                  <a:schemeClr val="bg1">
                    <a:lumMod val="95000"/>
                  </a:schemeClr>
                </a:solidFill>
              </a:rPr>
              <a:t>Negative interactions </a:t>
            </a:r>
          </a:p>
        </p:txBody>
      </p:sp>
      <p:sp>
        <p:nvSpPr>
          <p:cNvPr id="15" name="Google Shape;119;p3">
            <a:extLst>
              <a:ext uri="{FF2B5EF4-FFF2-40B4-BE49-F238E27FC236}">
                <a16:creationId xmlns:a16="http://schemas.microsoft.com/office/drawing/2014/main" id="{D35DB707-446E-97CC-9EDE-275DB4AC1A3E}"/>
              </a:ext>
            </a:extLst>
          </p:cNvPr>
          <p:cNvSpPr/>
          <p:nvPr/>
        </p:nvSpPr>
        <p:spPr>
          <a:xfrm>
            <a:off x="2729903" y="4429259"/>
            <a:ext cx="2431060" cy="1847716"/>
          </a:xfrm>
          <a:prstGeom prst="roundRect">
            <a:avLst>
              <a:gd name="adj" fmla="val 16667"/>
            </a:avLst>
          </a:prstGeom>
          <a:solidFill>
            <a:srgbClr val="162235">
              <a:alpha val="75000"/>
            </a:srgbClr>
          </a:solidFill>
          <a:ln>
            <a:noFill/>
          </a:ln>
          <a:effectLst>
            <a:outerShdw blurRad="50800" dist="38100" dir="2700000" algn="tl" rotWithShape="0">
              <a:schemeClr val="bg1">
                <a:lumMod val="50000"/>
                <a:alpha val="40000"/>
              </a:schemeClr>
            </a:outerShdw>
          </a:effectLst>
        </p:spPr>
        <p:txBody>
          <a:bodyPr spcFirstLastPara="1" wrap="square" lIns="91425" tIns="45700" rIns="91425" bIns="45700" anchor="t" anchorCtr="0">
            <a:noAutofit/>
          </a:bodyPr>
          <a:lstStyle/>
          <a:p>
            <a:pPr lvl="0">
              <a:spcBef>
                <a:spcPts val="800"/>
              </a:spcBef>
            </a:pPr>
            <a:r>
              <a:rPr lang="en-US" dirty="0">
                <a:solidFill>
                  <a:schemeClr val="bg1">
                    <a:lumMod val="95000"/>
                  </a:schemeClr>
                </a:solidFill>
              </a:rPr>
              <a:t>HEALTH Indicators </a:t>
            </a:r>
            <a:r>
              <a:rPr lang="en-US" dirty="0"/>
              <a:t>🛌</a:t>
            </a:r>
          </a:p>
          <a:p>
            <a:pPr lvl="0">
              <a:spcBef>
                <a:spcPts val="800"/>
              </a:spcBef>
            </a:pPr>
            <a:endParaRPr lang="en-US" dirty="0">
              <a:solidFill>
                <a:schemeClr val="bg1">
                  <a:lumMod val="95000"/>
                </a:schemeClr>
              </a:solidFill>
            </a:endParaRPr>
          </a:p>
          <a:p>
            <a:pPr marL="285750" lvl="0" indent="-285750">
              <a:spcBef>
                <a:spcPts val="800"/>
              </a:spcBef>
              <a:buClr>
                <a:srgbClr val="0070C0"/>
              </a:buClr>
              <a:buFont typeface="Wingdings" panose="05000000000000000000" pitchFamily="2" charset="2"/>
              <a:buChar char="Ø"/>
            </a:pPr>
            <a:r>
              <a:rPr lang="en-US" dirty="0">
                <a:solidFill>
                  <a:schemeClr val="bg1">
                    <a:lumMod val="95000"/>
                  </a:schemeClr>
                </a:solidFill>
              </a:rPr>
              <a:t> Sleep hours</a:t>
            </a:r>
          </a:p>
          <a:p>
            <a:pPr marL="285750" lvl="0" indent="-285750">
              <a:spcBef>
                <a:spcPts val="800"/>
              </a:spcBef>
              <a:buClr>
                <a:srgbClr val="0070C0"/>
              </a:buClr>
              <a:buFont typeface="Wingdings" panose="05000000000000000000" pitchFamily="2" charset="2"/>
              <a:buChar char="Ø"/>
            </a:pPr>
            <a:r>
              <a:rPr lang="en-US" dirty="0">
                <a:solidFill>
                  <a:schemeClr val="bg1">
                    <a:lumMod val="95000"/>
                  </a:schemeClr>
                </a:solidFill>
              </a:rPr>
              <a:t> Physical activity</a:t>
            </a:r>
            <a:endParaRPr sz="1600" b="1" i="0" u="none" strike="noStrike" cap="none" dirty="0">
              <a:solidFill>
                <a:schemeClr val="bg1">
                  <a:lumMod val="95000"/>
                </a:schemeClr>
              </a:solidFill>
              <a:latin typeface="Calibri"/>
              <a:ea typeface="Calibri"/>
              <a:cs typeface="Calibri"/>
              <a:sym typeface="Calibri"/>
            </a:endParaRPr>
          </a:p>
        </p:txBody>
      </p:sp>
      <p:sp>
        <p:nvSpPr>
          <p:cNvPr id="16" name="Google Shape;119;p3">
            <a:extLst>
              <a:ext uri="{FF2B5EF4-FFF2-40B4-BE49-F238E27FC236}">
                <a16:creationId xmlns:a16="http://schemas.microsoft.com/office/drawing/2014/main" id="{9E67FCCB-C006-6BBA-9A56-8E0634FBC0DF}"/>
              </a:ext>
            </a:extLst>
          </p:cNvPr>
          <p:cNvSpPr/>
          <p:nvPr/>
        </p:nvSpPr>
        <p:spPr>
          <a:xfrm>
            <a:off x="5655666" y="4373280"/>
            <a:ext cx="2431060" cy="1847716"/>
          </a:xfrm>
          <a:prstGeom prst="roundRect">
            <a:avLst>
              <a:gd name="adj" fmla="val 16667"/>
            </a:avLst>
          </a:prstGeom>
          <a:solidFill>
            <a:srgbClr val="162235">
              <a:alpha val="75000"/>
            </a:srgbClr>
          </a:solidFill>
          <a:ln>
            <a:noFill/>
          </a:ln>
          <a:effectLst>
            <a:outerShdw blurRad="50800" dist="38100" dir="2700000" algn="tl" rotWithShape="0">
              <a:schemeClr val="bg1">
                <a:lumMod val="50000"/>
                <a:alpha val="40000"/>
              </a:schemeClr>
            </a:outerShdw>
          </a:effectLst>
        </p:spPr>
        <p:txBody>
          <a:bodyPr spcFirstLastPara="1" wrap="square" lIns="91425" tIns="45700" rIns="91425" bIns="45700" anchor="t" anchorCtr="0">
            <a:noAutofit/>
          </a:bodyPr>
          <a:lstStyle/>
          <a:p>
            <a:pPr lvl="0">
              <a:spcBef>
                <a:spcPts val="800"/>
              </a:spcBef>
            </a:pPr>
            <a:r>
              <a:rPr lang="en-US" dirty="0">
                <a:solidFill>
                  <a:schemeClr val="bg1">
                    <a:lumMod val="95000"/>
                  </a:schemeClr>
                </a:solidFill>
              </a:rPr>
              <a:t>Mental Health Metrics</a:t>
            </a:r>
            <a:r>
              <a:rPr lang="en-US" sz="1600" dirty="0">
                <a:solidFill>
                  <a:schemeClr val="bg1">
                    <a:lumMod val="95000"/>
                  </a:schemeClr>
                </a:solidFill>
              </a:rPr>
              <a:t>🧠</a:t>
            </a:r>
          </a:p>
          <a:p>
            <a:pPr marL="285750" indent="-285750">
              <a:spcBef>
                <a:spcPts val="800"/>
              </a:spcBef>
              <a:buClr>
                <a:srgbClr val="0070C0"/>
              </a:buClr>
              <a:buFont typeface="Wingdings" panose="05000000000000000000" pitchFamily="2" charset="2"/>
              <a:buChar char="Ø"/>
            </a:pPr>
            <a:r>
              <a:rPr lang="en-US" dirty="0">
                <a:solidFill>
                  <a:schemeClr val="bg1">
                    <a:lumMod val="95000"/>
                  </a:schemeClr>
                </a:solidFill>
              </a:rPr>
              <a:t>Stress</a:t>
            </a:r>
          </a:p>
          <a:p>
            <a:pPr marL="285750" indent="-285750">
              <a:spcBef>
                <a:spcPts val="800"/>
              </a:spcBef>
              <a:buClr>
                <a:srgbClr val="0070C0"/>
              </a:buClr>
              <a:buFont typeface="Wingdings" panose="05000000000000000000" pitchFamily="2" charset="2"/>
              <a:buChar char="Ø"/>
            </a:pPr>
            <a:r>
              <a:rPr lang="en-US" dirty="0">
                <a:solidFill>
                  <a:schemeClr val="bg1">
                    <a:lumMod val="95000"/>
                  </a:schemeClr>
                </a:solidFill>
              </a:rPr>
              <a:t> Anxiety </a:t>
            </a:r>
          </a:p>
          <a:p>
            <a:pPr marL="285750" indent="-285750">
              <a:spcBef>
                <a:spcPts val="800"/>
              </a:spcBef>
              <a:buClr>
                <a:srgbClr val="0070C0"/>
              </a:buClr>
              <a:buFont typeface="Wingdings" panose="05000000000000000000" pitchFamily="2" charset="2"/>
              <a:buChar char="Ø"/>
            </a:pPr>
            <a:r>
              <a:rPr lang="en-US" dirty="0">
                <a:solidFill>
                  <a:schemeClr val="bg1">
                    <a:lumMod val="95000"/>
                  </a:schemeClr>
                </a:solidFill>
              </a:rPr>
              <a:t>Mood</a:t>
            </a:r>
          </a:p>
          <a:p>
            <a:pPr marL="285750" indent="-285750">
              <a:spcBef>
                <a:spcPts val="800"/>
              </a:spcBef>
              <a:buClr>
                <a:srgbClr val="0070C0"/>
              </a:buClr>
              <a:buFont typeface="Wingdings" panose="05000000000000000000" pitchFamily="2" charset="2"/>
              <a:buChar char="Ø"/>
            </a:pPr>
            <a:r>
              <a:rPr lang="en-US" dirty="0">
                <a:solidFill>
                  <a:schemeClr val="bg1">
                    <a:lumMod val="95000"/>
                  </a:schemeClr>
                </a:solidFill>
              </a:rPr>
              <a:t> Mental score </a:t>
            </a:r>
          </a:p>
        </p:txBody>
      </p:sp>
      <p:sp>
        <p:nvSpPr>
          <p:cNvPr id="17" name="Google Shape;119;p3">
            <a:extLst>
              <a:ext uri="{FF2B5EF4-FFF2-40B4-BE49-F238E27FC236}">
                <a16:creationId xmlns:a16="http://schemas.microsoft.com/office/drawing/2014/main" id="{3C021D82-E980-DE45-96D3-D3171F402023}"/>
              </a:ext>
            </a:extLst>
          </p:cNvPr>
          <p:cNvSpPr/>
          <p:nvPr/>
        </p:nvSpPr>
        <p:spPr>
          <a:xfrm>
            <a:off x="8504798" y="4438583"/>
            <a:ext cx="2431060" cy="1847716"/>
          </a:xfrm>
          <a:prstGeom prst="roundRect">
            <a:avLst>
              <a:gd name="adj" fmla="val 16667"/>
            </a:avLst>
          </a:prstGeom>
          <a:solidFill>
            <a:srgbClr val="162235">
              <a:alpha val="75000"/>
            </a:srgbClr>
          </a:solidFill>
          <a:ln>
            <a:noFill/>
          </a:ln>
          <a:effectLst>
            <a:outerShdw blurRad="50800" dist="38100" dir="2700000" algn="tl" rotWithShape="0">
              <a:schemeClr val="bg1">
                <a:lumMod val="50000"/>
                <a:alpha val="40000"/>
              </a:schemeClr>
            </a:outerShdw>
          </a:effectLst>
        </p:spPr>
        <p:txBody>
          <a:bodyPr spcFirstLastPara="1" wrap="square" lIns="91425" tIns="45700" rIns="91425" bIns="45700" anchor="t" anchorCtr="0">
            <a:noAutofit/>
          </a:bodyPr>
          <a:lstStyle/>
          <a:p>
            <a:pPr lvl="0">
              <a:spcBef>
                <a:spcPts val="800"/>
              </a:spcBef>
            </a:pPr>
            <a:r>
              <a:rPr lang="en-US" dirty="0">
                <a:solidFill>
                  <a:schemeClr val="bg1">
                    <a:lumMod val="95000"/>
                  </a:schemeClr>
                </a:solidFill>
              </a:rPr>
              <a:t>TARGET VARIABLES 🎯</a:t>
            </a:r>
          </a:p>
          <a:p>
            <a:pPr marL="285750" lvl="0" indent="-285750">
              <a:spcBef>
                <a:spcPts val="800"/>
              </a:spcBef>
              <a:buClr>
                <a:srgbClr val="0070C0"/>
              </a:buClr>
              <a:buFont typeface="Wingdings" panose="05000000000000000000" pitchFamily="2" charset="2"/>
              <a:buChar char="Ø"/>
            </a:pPr>
            <a:r>
              <a:rPr lang="en-US" dirty="0">
                <a:solidFill>
                  <a:schemeClr val="bg1">
                    <a:lumMod val="95000"/>
                  </a:schemeClr>
                </a:solidFill>
              </a:rPr>
              <a:t>Productivity score</a:t>
            </a:r>
          </a:p>
          <a:p>
            <a:pPr marL="285750" lvl="0" indent="-285750">
              <a:spcBef>
                <a:spcPts val="800"/>
              </a:spcBef>
              <a:buClr>
                <a:srgbClr val="0070C0"/>
              </a:buClr>
              <a:buFont typeface="Wingdings" panose="05000000000000000000" pitchFamily="2" charset="2"/>
              <a:buChar char="Ø"/>
            </a:pPr>
            <a:r>
              <a:rPr lang="en-US" dirty="0">
                <a:solidFill>
                  <a:schemeClr val="bg1">
                    <a:lumMod val="95000"/>
                  </a:schemeClr>
                </a:solidFill>
              </a:rPr>
              <a:t>Mental Health Score</a:t>
            </a:r>
          </a:p>
          <a:p>
            <a:pPr marL="285750" indent="-285750">
              <a:spcBef>
                <a:spcPts val="800"/>
              </a:spcBef>
              <a:buClr>
                <a:srgbClr val="0070C0"/>
              </a:buClr>
              <a:buFont typeface="Wingdings" panose="05000000000000000000" pitchFamily="2" charset="2"/>
              <a:buChar char="Ø"/>
            </a:pPr>
            <a:r>
              <a:rPr lang="en-US" dirty="0">
                <a:solidFill>
                  <a:schemeClr val="bg1">
                    <a:lumMod val="95000"/>
                  </a:schemeClr>
                </a:solidFill>
              </a:rPr>
              <a:t>Addiction score</a:t>
            </a:r>
          </a:p>
          <a:p>
            <a:pPr marL="285750" lvl="0" indent="-285750">
              <a:spcBef>
                <a:spcPts val="800"/>
              </a:spcBef>
              <a:buClr>
                <a:srgbClr val="0070C0"/>
              </a:buClr>
              <a:buFont typeface="Wingdings" panose="05000000000000000000" pitchFamily="2" charset="2"/>
              <a:buChar char="Ø"/>
            </a:pPr>
            <a:endParaRPr lang="en-US" dirty="0">
              <a:solidFill>
                <a:schemeClr val="bg1">
                  <a:lumMod val="95000"/>
                </a:schemeClr>
              </a:solidFill>
            </a:endParaRPr>
          </a:p>
        </p:txBody>
      </p:sp>
    </p:spTree>
    <p:extLst>
      <p:ext uri="{BB962C8B-B14F-4D97-AF65-F5344CB8AC3E}">
        <p14:creationId xmlns:p14="http://schemas.microsoft.com/office/powerpoint/2010/main" val="2062771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124">
          <a:extLst>
            <a:ext uri="{FF2B5EF4-FFF2-40B4-BE49-F238E27FC236}">
              <a16:creationId xmlns:a16="http://schemas.microsoft.com/office/drawing/2014/main" id="{8DB61AA3-076E-EAF2-D71B-0BCDA0359E90}"/>
            </a:ext>
          </a:extLst>
        </p:cNvPr>
        <p:cNvGrpSpPr/>
        <p:nvPr/>
      </p:nvGrpSpPr>
      <p:grpSpPr>
        <a:xfrm>
          <a:off x="0" y="0"/>
          <a:ext cx="0" cy="0"/>
          <a:chOff x="0" y="0"/>
          <a:chExt cx="0" cy="0"/>
        </a:xfrm>
      </p:grpSpPr>
      <p:sp>
        <p:nvSpPr>
          <p:cNvPr id="126" name="Google Shape;126;p4">
            <a:extLst>
              <a:ext uri="{FF2B5EF4-FFF2-40B4-BE49-F238E27FC236}">
                <a16:creationId xmlns:a16="http://schemas.microsoft.com/office/drawing/2014/main" id="{90899B6C-CFDF-3D5C-BB1C-5EB7D4BE58A7}"/>
              </a:ext>
            </a:extLst>
          </p:cNvPr>
          <p:cNvSpPr/>
          <p:nvPr/>
        </p:nvSpPr>
        <p:spPr>
          <a:xfrm>
            <a:off x="508000" y="364063"/>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u="sng" dirty="0">
                <a:solidFill>
                  <a:schemeClr val="bg1">
                    <a:lumMod val="95000"/>
                  </a:schemeClr>
                </a:solidFill>
                <a:latin typeface="Calibri"/>
                <a:ea typeface="Calibri"/>
                <a:cs typeface="Calibri"/>
                <a:sym typeface="Calibri"/>
              </a:rPr>
              <a:t>Under Standing the Data</a:t>
            </a:r>
          </a:p>
          <a:p>
            <a:pPr lvl="0" algn="ctr">
              <a:buClr>
                <a:srgbClr val="7030A0"/>
              </a:buClr>
              <a:buSzPts val="2800"/>
            </a:pPr>
            <a:r>
              <a:rPr lang="en-US" sz="2000" dirty="0">
                <a:solidFill>
                  <a:schemeClr val="bg1">
                    <a:lumMod val="95000"/>
                  </a:schemeClr>
                </a:solidFill>
              </a:rPr>
              <a:t>                                       Dataset • Preprocessing • Modeling</a:t>
            </a:r>
            <a:endParaRPr lang="en-US" sz="2000" u="sng" dirty="0">
              <a:solidFill>
                <a:schemeClr val="bg1">
                  <a:lumMod val="95000"/>
                </a:schemeClr>
              </a:solidFill>
              <a:latin typeface="Calibri"/>
              <a:ea typeface="Calibri"/>
              <a:cs typeface="Calibri"/>
              <a:sym typeface="Calibri"/>
            </a:endParaRPr>
          </a:p>
        </p:txBody>
      </p:sp>
      <p:sp>
        <p:nvSpPr>
          <p:cNvPr id="127" name="Google Shape;127;p4">
            <a:hlinkClick r:id="rId3" action="ppaction://hlinksldjump"/>
            <a:extLst>
              <a:ext uri="{FF2B5EF4-FFF2-40B4-BE49-F238E27FC236}">
                <a16:creationId xmlns:a16="http://schemas.microsoft.com/office/drawing/2014/main" id="{A8DBCAD7-A8D2-BC19-03A9-A6759A636E4A}"/>
              </a:ext>
            </a:extLst>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8" name="Google Shape;128;p4">
            <a:extLst>
              <a:ext uri="{FF2B5EF4-FFF2-40B4-BE49-F238E27FC236}">
                <a16:creationId xmlns:a16="http://schemas.microsoft.com/office/drawing/2014/main" id="{F79F9E09-C421-126E-2C2C-E22BE5BF77C8}"/>
              </a:ext>
            </a:extLst>
          </p:cNvPr>
          <p:cNvSpPr/>
          <p:nvPr/>
        </p:nvSpPr>
        <p:spPr>
          <a:xfrm>
            <a:off x="1944913" y="1202433"/>
            <a:ext cx="9388189" cy="529150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2400" b="1" i="0" u="none" strike="noStrike" cap="none">
              <a:solidFill>
                <a:schemeClr val="bg1">
                  <a:lumMod val="95000"/>
                </a:schemeClr>
              </a:solidFill>
              <a:latin typeface="Calibri"/>
              <a:ea typeface="Calibri"/>
              <a:cs typeface="Calibri"/>
              <a:sym typeface="Calibri"/>
            </a:endParaRPr>
          </a:p>
        </p:txBody>
      </p:sp>
      <p:pic>
        <p:nvPicPr>
          <p:cNvPr id="129" name="Google Shape;129;p4">
            <a:extLst>
              <a:ext uri="{FF2B5EF4-FFF2-40B4-BE49-F238E27FC236}">
                <a16:creationId xmlns:a16="http://schemas.microsoft.com/office/drawing/2014/main" id="{478A17EB-E73E-0177-B5AD-320BA515D90A}"/>
              </a:ext>
            </a:extLst>
          </p:cNvPr>
          <p:cNvPicPr preferRelativeResize="0"/>
          <p:nvPr/>
        </p:nvPicPr>
        <p:blipFill rotWithShape="1">
          <a:blip r:embed="rId4">
            <a:alphaModFix/>
          </a:blip>
          <a:srcRect/>
          <a:stretch/>
        </p:blipFill>
        <p:spPr>
          <a:xfrm>
            <a:off x="250372" y="5714999"/>
            <a:ext cx="1215571" cy="1088193"/>
          </a:xfrm>
          <a:prstGeom prst="rect">
            <a:avLst/>
          </a:prstGeom>
          <a:noFill/>
          <a:ln>
            <a:noFill/>
          </a:ln>
        </p:spPr>
      </p:pic>
      <p:sp>
        <p:nvSpPr>
          <p:cNvPr id="130" name="Google Shape;130;p4">
            <a:extLst>
              <a:ext uri="{FF2B5EF4-FFF2-40B4-BE49-F238E27FC236}">
                <a16:creationId xmlns:a16="http://schemas.microsoft.com/office/drawing/2014/main" id="{1A96EBFA-E3B8-17F0-45AF-7A7D5A6ABE96}"/>
              </a:ext>
            </a:extLst>
          </p:cNvPr>
          <p:cNvSpPr txBox="1"/>
          <p:nvPr/>
        </p:nvSpPr>
        <p:spPr>
          <a:xfrm>
            <a:off x="2235200" y="1372949"/>
            <a:ext cx="8861425" cy="4904026"/>
          </a:xfrm>
          <a:prstGeom prst="rect">
            <a:avLst/>
          </a:prstGeom>
          <a:noFill/>
          <a:ln>
            <a:noFill/>
          </a:ln>
        </p:spPr>
        <p:txBody>
          <a:bodyPr spcFirstLastPara="1" wrap="square" lIns="91425" tIns="91425" rIns="91425" bIns="91425" anchor="t" anchorCtr="0">
            <a:noAutofit/>
          </a:bodyPr>
          <a:lstStyle/>
          <a:p>
            <a:r>
              <a:rPr lang="en-US" sz="2000" b="1" dirty="0">
                <a:solidFill>
                  <a:schemeClr val="bg1">
                    <a:lumMod val="95000"/>
                  </a:schemeClr>
                </a:solidFill>
              </a:rPr>
              <a:t>Data Preprocessing</a:t>
            </a:r>
          </a:p>
          <a:p>
            <a:r>
              <a:rPr lang="en-US" dirty="0">
                <a:solidFill>
                  <a:schemeClr val="bg1">
                    <a:lumMod val="95000"/>
                  </a:schemeClr>
                </a:solidFill>
              </a:rPr>
              <a:t>                                           Transforming raw behavioral data into reliable analytics:</a:t>
            </a:r>
          </a:p>
          <a:p>
            <a:endParaRPr lang="en-US" sz="2000" b="1" dirty="0">
              <a:solidFill>
                <a:schemeClr val="bg1">
                  <a:lumMod val="95000"/>
                </a:schemeClr>
              </a:solidFill>
            </a:endParaRPr>
          </a:p>
          <a:p>
            <a:pPr>
              <a:buClr>
                <a:srgbClr val="0070C0"/>
              </a:buClr>
            </a:pPr>
            <a:endParaRPr lang="en-US" sz="2000" dirty="0">
              <a:solidFill>
                <a:schemeClr val="bg1">
                  <a:lumMod val="95000"/>
                </a:schemeClr>
              </a:solidFill>
            </a:endParaRPr>
          </a:p>
          <a:p>
            <a:pPr marL="0" marR="0" lvl="0" indent="0" algn="just" rtl="0">
              <a:lnSpc>
                <a:spcPct val="150000"/>
              </a:lnSpc>
              <a:spcBef>
                <a:spcPts val="0"/>
              </a:spcBef>
              <a:spcAft>
                <a:spcPts val="0"/>
              </a:spcAft>
              <a:buClr>
                <a:schemeClr val="dk1"/>
              </a:buClr>
              <a:buSzPts val="1800"/>
              <a:buFont typeface="Nunito Light"/>
              <a:buNone/>
            </a:pPr>
            <a:endParaRPr sz="2000" b="0" i="0" u="none" strike="noStrike" cap="none" dirty="0">
              <a:solidFill>
                <a:schemeClr val="bg1">
                  <a:lumMod val="95000"/>
                </a:schemeClr>
              </a:solidFill>
              <a:latin typeface="Arial"/>
              <a:ea typeface="Arial"/>
              <a:cs typeface="Arial"/>
              <a:sym typeface="Arial"/>
            </a:endParaRPr>
          </a:p>
        </p:txBody>
      </p:sp>
      <p:sp>
        <p:nvSpPr>
          <p:cNvPr id="7" name="Google Shape;119;p3">
            <a:extLst>
              <a:ext uri="{FF2B5EF4-FFF2-40B4-BE49-F238E27FC236}">
                <a16:creationId xmlns:a16="http://schemas.microsoft.com/office/drawing/2014/main" id="{90248BED-494B-C6F1-B838-230513CAC1FB}"/>
              </a:ext>
            </a:extLst>
          </p:cNvPr>
          <p:cNvSpPr/>
          <p:nvPr/>
        </p:nvSpPr>
        <p:spPr>
          <a:xfrm>
            <a:off x="3712134" y="2144295"/>
            <a:ext cx="2431060" cy="1847716"/>
          </a:xfrm>
          <a:prstGeom prst="roundRect">
            <a:avLst>
              <a:gd name="adj" fmla="val 16667"/>
            </a:avLst>
          </a:prstGeom>
          <a:solidFill>
            <a:srgbClr val="162235">
              <a:alpha val="75000"/>
            </a:srgbClr>
          </a:solidFill>
          <a:ln>
            <a:noFill/>
          </a:ln>
          <a:effectLst>
            <a:outerShdw blurRad="50800" dist="38100" dir="2700000" algn="tl" rotWithShape="0">
              <a:schemeClr val="bg1">
                <a:lumMod val="50000"/>
                <a:alpha val="40000"/>
              </a:schemeClr>
            </a:outerShdw>
          </a:effectLst>
        </p:spPr>
        <p:txBody>
          <a:bodyPr spcFirstLastPara="1" wrap="square" lIns="91425" tIns="45700" rIns="91425" bIns="45700" anchor="t" anchorCtr="0">
            <a:noAutofit/>
          </a:bodyPr>
          <a:lstStyle/>
          <a:p>
            <a:pPr lvl="0">
              <a:spcBef>
                <a:spcPts val="800"/>
              </a:spcBef>
            </a:pPr>
            <a:r>
              <a:rPr lang="en-US" sz="1600" dirty="0">
                <a:solidFill>
                  <a:schemeClr val="bg1">
                    <a:lumMod val="95000"/>
                  </a:schemeClr>
                </a:solidFill>
              </a:rPr>
              <a:t>LOAD DATA 📂</a:t>
            </a:r>
          </a:p>
          <a:p>
            <a:pPr marL="285750" lvl="0" indent="-285750" algn="ctr">
              <a:spcBef>
                <a:spcPts val="800"/>
              </a:spcBef>
              <a:buClr>
                <a:srgbClr val="0070C0"/>
              </a:buClr>
              <a:buFont typeface="Wingdings" panose="05000000000000000000" pitchFamily="2" charset="2"/>
              <a:buChar char="Ø"/>
            </a:pPr>
            <a:r>
              <a:rPr lang="en-US" sz="1600" dirty="0">
                <a:solidFill>
                  <a:schemeClr val="bg1">
                    <a:lumMod val="95000"/>
                  </a:schemeClr>
                </a:solidFill>
              </a:rPr>
              <a:t>Imported</a:t>
            </a:r>
            <a:r>
              <a:rPr lang="en-US" dirty="0">
                <a:solidFill>
                  <a:schemeClr val="bg1">
                    <a:lumMod val="95000"/>
                  </a:schemeClr>
                </a:solidFill>
              </a:rPr>
              <a:t> behavioral dataset using Python (Pandas)</a:t>
            </a:r>
          </a:p>
          <a:p>
            <a:pPr algn="ctr">
              <a:spcBef>
                <a:spcPts val="800"/>
              </a:spcBef>
            </a:pPr>
            <a:r>
              <a:rPr lang="en-US" sz="1200" dirty="0" err="1">
                <a:solidFill>
                  <a:schemeClr val="bg1">
                    <a:lumMod val="95000"/>
                  </a:schemeClr>
                </a:solidFill>
              </a:rPr>
              <a:t>df</a:t>
            </a:r>
            <a:r>
              <a:rPr lang="en-US" sz="1200" dirty="0">
                <a:solidFill>
                  <a:schemeClr val="bg1">
                    <a:lumMod val="95000"/>
                  </a:schemeClr>
                </a:solidFill>
              </a:rPr>
              <a:t> = </a:t>
            </a:r>
            <a:r>
              <a:rPr lang="en-US" sz="1200" dirty="0" err="1">
                <a:solidFill>
                  <a:schemeClr val="bg1">
                    <a:lumMod val="95000"/>
                  </a:schemeClr>
                </a:solidFill>
              </a:rPr>
              <a:t>pd.read_excel</a:t>
            </a:r>
            <a:r>
              <a:rPr lang="en-US" sz="1200" dirty="0">
                <a:solidFill>
                  <a:schemeClr val="bg1">
                    <a:lumMod val="95000"/>
                  </a:schemeClr>
                </a:solidFill>
              </a:rPr>
              <a:t>("file.xlsx")</a:t>
            </a:r>
          </a:p>
          <a:p>
            <a:pPr lvl="0" algn="ctr">
              <a:spcBef>
                <a:spcPts val="800"/>
              </a:spcBef>
            </a:pPr>
            <a:endParaRPr sz="1600" b="1" i="0" u="none" strike="noStrike" cap="none" dirty="0">
              <a:solidFill>
                <a:schemeClr val="bg1">
                  <a:lumMod val="95000"/>
                </a:schemeClr>
              </a:solidFill>
              <a:latin typeface="Calibri"/>
              <a:ea typeface="Calibri"/>
              <a:cs typeface="Calibri"/>
              <a:sym typeface="Calibri"/>
            </a:endParaRPr>
          </a:p>
        </p:txBody>
      </p:sp>
      <p:sp>
        <p:nvSpPr>
          <p:cNvPr id="13" name="Google Shape;119;p3">
            <a:extLst>
              <a:ext uri="{FF2B5EF4-FFF2-40B4-BE49-F238E27FC236}">
                <a16:creationId xmlns:a16="http://schemas.microsoft.com/office/drawing/2014/main" id="{AB75828F-F992-ACD9-2137-F863150B5DE4}"/>
              </a:ext>
            </a:extLst>
          </p:cNvPr>
          <p:cNvSpPr/>
          <p:nvPr/>
        </p:nvSpPr>
        <p:spPr>
          <a:xfrm>
            <a:off x="6917829" y="2144295"/>
            <a:ext cx="2431060" cy="1847716"/>
          </a:xfrm>
          <a:prstGeom prst="roundRect">
            <a:avLst>
              <a:gd name="adj" fmla="val 16667"/>
            </a:avLst>
          </a:prstGeom>
          <a:solidFill>
            <a:srgbClr val="162235">
              <a:alpha val="75000"/>
            </a:srgbClr>
          </a:solidFill>
          <a:ln>
            <a:noFill/>
          </a:ln>
          <a:effectLst>
            <a:outerShdw blurRad="50800" dist="38100" dir="2700000" algn="tl" rotWithShape="0">
              <a:schemeClr val="bg1">
                <a:lumMod val="50000"/>
                <a:alpha val="40000"/>
              </a:schemeClr>
            </a:outerShdw>
          </a:effectLst>
        </p:spPr>
        <p:txBody>
          <a:bodyPr spcFirstLastPara="1" wrap="square" lIns="91425" tIns="45700" rIns="91425" bIns="45700" anchor="t" anchorCtr="0">
            <a:noAutofit/>
          </a:bodyPr>
          <a:lstStyle/>
          <a:p>
            <a:pPr lvl="0">
              <a:lnSpc>
                <a:spcPct val="150000"/>
              </a:lnSpc>
              <a:spcBef>
                <a:spcPts val="800"/>
              </a:spcBef>
            </a:pPr>
            <a:r>
              <a:rPr lang="en-US" sz="1600" dirty="0">
                <a:solidFill>
                  <a:schemeClr val="bg1">
                    <a:lumMod val="95000"/>
                  </a:schemeClr>
                </a:solidFill>
              </a:rPr>
              <a:t>Inspect Data</a:t>
            </a:r>
            <a:r>
              <a:rPr lang="en-US" sz="1600" dirty="0"/>
              <a:t>🔍</a:t>
            </a:r>
            <a:endParaRPr lang="en-US" sz="1600" dirty="0">
              <a:solidFill>
                <a:schemeClr val="bg1">
                  <a:lumMod val="95000"/>
                </a:schemeClr>
              </a:solidFill>
            </a:endParaRPr>
          </a:p>
          <a:p>
            <a:pPr marL="285750" indent="-285750">
              <a:spcBef>
                <a:spcPts val="800"/>
              </a:spcBef>
              <a:buClr>
                <a:srgbClr val="0070C0"/>
              </a:buClr>
              <a:buFont typeface="Wingdings" panose="05000000000000000000" pitchFamily="2" charset="2"/>
              <a:buChar char="Ø"/>
            </a:pPr>
            <a:r>
              <a:rPr lang="en-US" dirty="0">
                <a:solidFill>
                  <a:schemeClr val="bg1">
                    <a:lumMod val="95000"/>
                  </a:schemeClr>
                </a:solidFill>
              </a:rPr>
              <a:t>Reviewed structure, distributions, and missing values</a:t>
            </a:r>
          </a:p>
          <a:p>
            <a:pPr marL="285750" indent="-285750">
              <a:spcBef>
                <a:spcPts val="800"/>
              </a:spcBef>
              <a:buClr>
                <a:srgbClr val="0070C0"/>
              </a:buClr>
              <a:buFont typeface="Wingdings" panose="05000000000000000000" pitchFamily="2" charset="2"/>
              <a:buChar char="Ø"/>
            </a:pPr>
            <a:r>
              <a:rPr lang="en-US" dirty="0">
                <a:solidFill>
                  <a:schemeClr val="bg1">
                    <a:lumMod val="95000"/>
                  </a:schemeClr>
                </a:solidFill>
              </a:rPr>
              <a:t> </a:t>
            </a:r>
            <a:r>
              <a:rPr lang="en-US" sz="1200" dirty="0">
                <a:solidFill>
                  <a:schemeClr val="bg1">
                    <a:lumMod val="95000"/>
                  </a:schemeClr>
                </a:solidFill>
              </a:rPr>
              <a:t>df.info()    ,</a:t>
            </a:r>
            <a:r>
              <a:rPr lang="en-US" sz="1200" dirty="0" err="1">
                <a:solidFill>
                  <a:schemeClr val="bg1">
                    <a:lumMod val="95000"/>
                  </a:schemeClr>
                </a:solidFill>
              </a:rPr>
              <a:t>df.describe</a:t>
            </a:r>
            <a:r>
              <a:rPr lang="en-US" sz="1200" dirty="0">
                <a:solidFill>
                  <a:schemeClr val="bg1">
                    <a:lumMod val="95000"/>
                  </a:schemeClr>
                </a:solidFill>
              </a:rPr>
              <a:t>()</a:t>
            </a:r>
          </a:p>
          <a:p>
            <a:pPr marL="285750" indent="-285750">
              <a:spcBef>
                <a:spcPts val="800"/>
              </a:spcBef>
              <a:buClr>
                <a:srgbClr val="0070C0"/>
              </a:buClr>
              <a:buFont typeface="Wingdings" panose="05000000000000000000" pitchFamily="2" charset="2"/>
              <a:buChar char="Ø"/>
            </a:pPr>
            <a:endParaRPr dirty="0">
              <a:solidFill>
                <a:schemeClr val="bg1">
                  <a:lumMod val="95000"/>
                </a:schemeClr>
              </a:solidFill>
              <a:sym typeface="Calibri"/>
            </a:endParaRPr>
          </a:p>
        </p:txBody>
      </p:sp>
      <p:sp>
        <p:nvSpPr>
          <p:cNvPr id="14" name="Google Shape;119;p3">
            <a:extLst>
              <a:ext uri="{FF2B5EF4-FFF2-40B4-BE49-F238E27FC236}">
                <a16:creationId xmlns:a16="http://schemas.microsoft.com/office/drawing/2014/main" id="{674BD05C-EC2D-25A6-2B08-D3E27744909F}"/>
              </a:ext>
            </a:extLst>
          </p:cNvPr>
          <p:cNvSpPr/>
          <p:nvPr/>
        </p:nvSpPr>
        <p:spPr>
          <a:xfrm>
            <a:off x="3647644" y="4176712"/>
            <a:ext cx="2431060" cy="1847716"/>
          </a:xfrm>
          <a:prstGeom prst="roundRect">
            <a:avLst>
              <a:gd name="adj" fmla="val 16667"/>
            </a:avLst>
          </a:prstGeom>
          <a:solidFill>
            <a:srgbClr val="162235">
              <a:alpha val="75000"/>
            </a:srgbClr>
          </a:solidFill>
          <a:ln>
            <a:noFill/>
          </a:ln>
          <a:effectLst>
            <a:outerShdw blurRad="50800" dist="38100" dir="2700000" algn="tl" rotWithShape="0">
              <a:schemeClr val="bg1">
                <a:lumMod val="50000"/>
                <a:alpha val="40000"/>
              </a:schemeClr>
            </a:outerShdw>
          </a:effectLst>
        </p:spPr>
        <p:txBody>
          <a:bodyPr spcFirstLastPara="1" wrap="square" lIns="91425" tIns="45700" rIns="91425" bIns="45700" anchor="t" anchorCtr="0">
            <a:noAutofit/>
          </a:bodyPr>
          <a:lstStyle/>
          <a:p>
            <a:pPr lvl="0">
              <a:lnSpc>
                <a:spcPct val="150000"/>
              </a:lnSpc>
              <a:spcBef>
                <a:spcPts val="800"/>
              </a:spcBef>
            </a:pPr>
            <a:r>
              <a:rPr lang="en-US" dirty="0">
                <a:solidFill>
                  <a:schemeClr val="bg1">
                    <a:lumMod val="95000"/>
                  </a:schemeClr>
                </a:solidFill>
              </a:rPr>
              <a:t>CLEAN DATA 🧹</a:t>
            </a:r>
          </a:p>
          <a:p>
            <a:pPr marL="285750" lvl="0" indent="-285750">
              <a:spcBef>
                <a:spcPts val="800"/>
              </a:spcBef>
              <a:buClr>
                <a:srgbClr val="0070C0"/>
              </a:buClr>
              <a:buFont typeface="Wingdings" panose="05000000000000000000" pitchFamily="2" charset="2"/>
              <a:buChar char="Ø"/>
            </a:pPr>
            <a:r>
              <a:rPr lang="en-US" sz="1200" dirty="0">
                <a:solidFill>
                  <a:schemeClr val="bg1">
                    <a:lumMod val="95000"/>
                  </a:schemeClr>
                </a:solidFill>
              </a:rPr>
              <a:t>Removed duplicates</a:t>
            </a:r>
          </a:p>
          <a:p>
            <a:pPr marL="285750" lvl="0" indent="-285750">
              <a:spcBef>
                <a:spcPts val="800"/>
              </a:spcBef>
              <a:buClr>
                <a:srgbClr val="0070C0"/>
              </a:buClr>
              <a:buFont typeface="Wingdings" panose="05000000000000000000" pitchFamily="2" charset="2"/>
              <a:buChar char="Ø"/>
            </a:pPr>
            <a:r>
              <a:rPr lang="en-US" sz="1100" dirty="0">
                <a:solidFill>
                  <a:schemeClr val="bg1">
                    <a:lumMod val="95000"/>
                  </a:schemeClr>
                </a:solidFill>
              </a:rPr>
              <a:t>Handled missing values</a:t>
            </a:r>
          </a:p>
          <a:p>
            <a:pPr marL="285750" lvl="0" indent="-285750">
              <a:spcBef>
                <a:spcPts val="800"/>
              </a:spcBef>
              <a:buClr>
                <a:srgbClr val="0070C0"/>
              </a:buClr>
              <a:buFont typeface="Wingdings" panose="05000000000000000000" pitchFamily="2" charset="2"/>
              <a:buChar char="Ø"/>
            </a:pPr>
            <a:r>
              <a:rPr lang="en-US" sz="1200" dirty="0">
                <a:solidFill>
                  <a:schemeClr val="bg1">
                    <a:lumMod val="95000"/>
                  </a:schemeClr>
                </a:solidFill>
              </a:rPr>
              <a:t>Improved consistency</a:t>
            </a:r>
          </a:p>
          <a:p>
            <a:pPr marL="285750" indent="-285750">
              <a:spcBef>
                <a:spcPts val="800"/>
              </a:spcBef>
              <a:buClr>
                <a:srgbClr val="0070C0"/>
              </a:buClr>
              <a:buFont typeface="Wingdings" panose="05000000000000000000" pitchFamily="2" charset="2"/>
              <a:buChar char="Ø"/>
            </a:pPr>
            <a:r>
              <a:rPr lang="en-US" sz="1200" dirty="0" err="1">
                <a:solidFill>
                  <a:schemeClr val="bg1">
                    <a:lumMod val="95000"/>
                  </a:schemeClr>
                </a:solidFill>
              </a:rPr>
              <a:t>df</a:t>
            </a:r>
            <a:r>
              <a:rPr lang="en-US" sz="1200" dirty="0">
                <a:solidFill>
                  <a:schemeClr val="bg1">
                    <a:lumMod val="95000"/>
                  </a:schemeClr>
                </a:solidFill>
              </a:rPr>
              <a:t> = </a:t>
            </a:r>
            <a:r>
              <a:rPr lang="en-US" sz="1200" dirty="0" err="1">
                <a:solidFill>
                  <a:schemeClr val="bg1">
                    <a:lumMod val="95000"/>
                  </a:schemeClr>
                </a:solidFill>
              </a:rPr>
              <a:t>df.drop_duplicates</a:t>
            </a:r>
            <a:r>
              <a:rPr lang="en-US" sz="1200" dirty="0">
                <a:solidFill>
                  <a:schemeClr val="bg1">
                    <a:lumMod val="95000"/>
                  </a:schemeClr>
                </a:solidFill>
              </a:rPr>
              <a:t>()</a:t>
            </a:r>
            <a:br>
              <a:rPr lang="en-US" sz="1200" dirty="0">
                <a:solidFill>
                  <a:schemeClr val="bg1">
                    <a:lumMod val="95000"/>
                  </a:schemeClr>
                </a:solidFill>
              </a:rPr>
            </a:br>
            <a:r>
              <a:rPr lang="en-US" sz="1200" dirty="0" err="1">
                <a:solidFill>
                  <a:schemeClr val="bg1">
                    <a:lumMod val="95000"/>
                  </a:schemeClr>
                </a:solidFill>
              </a:rPr>
              <a:t>df</a:t>
            </a:r>
            <a:r>
              <a:rPr lang="en-US" sz="1200" dirty="0">
                <a:solidFill>
                  <a:schemeClr val="bg1">
                    <a:lumMod val="95000"/>
                  </a:schemeClr>
                </a:solidFill>
              </a:rPr>
              <a:t> = </a:t>
            </a:r>
            <a:r>
              <a:rPr lang="en-US" sz="1200" dirty="0" err="1">
                <a:solidFill>
                  <a:schemeClr val="bg1">
                    <a:lumMod val="95000"/>
                  </a:schemeClr>
                </a:solidFill>
              </a:rPr>
              <a:t>df.fillna</a:t>
            </a:r>
            <a:r>
              <a:rPr lang="en-US" sz="1200" dirty="0">
                <a:solidFill>
                  <a:schemeClr val="bg1">
                    <a:lumMod val="95000"/>
                  </a:schemeClr>
                </a:solidFill>
              </a:rPr>
              <a:t>(0)</a:t>
            </a:r>
          </a:p>
          <a:p>
            <a:pPr marL="285750" lvl="0" indent="-285750">
              <a:spcBef>
                <a:spcPts val="800"/>
              </a:spcBef>
              <a:buClr>
                <a:srgbClr val="0070C0"/>
              </a:buClr>
              <a:buFont typeface="Wingdings" panose="05000000000000000000" pitchFamily="2" charset="2"/>
              <a:buChar char="Ø"/>
            </a:pPr>
            <a:endParaRPr lang="en-US" dirty="0">
              <a:solidFill>
                <a:schemeClr val="bg1">
                  <a:lumMod val="95000"/>
                </a:schemeClr>
              </a:solidFill>
            </a:endParaRPr>
          </a:p>
        </p:txBody>
      </p:sp>
      <p:sp>
        <p:nvSpPr>
          <p:cNvPr id="16" name="Google Shape;119;p3">
            <a:extLst>
              <a:ext uri="{FF2B5EF4-FFF2-40B4-BE49-F238E27FC236}">
                <a16:creationId xmlns:a16="http://schemas.microsoft.com/office/drawing/2014/main" id="{FEE1C7D1-08A6-BBC4-3CF1-2798BB7E71E3}"/>
              </a:ext>
            </a:extLst>
          </p:cNvPr>
          <p:cNvSpPr/>
          <p:nvPr/>
        </p:nvSpPr>
        <p:spPr>
          <a:xfrm>
            <a:off x="6847961" y="4210635"/>
            <a:ext cx="2431060" cy="1847716"/>
          </a:xfrm>
          <a:prstGeom prst="roundRect">
            <a:avLst>
              <a:gd name="adj" fmla="val 16667"/>
            </a:avLst>
          </a:prstGeom>
          <a:solidFill>
            <a:srgbClr val="162235">
              <a:alpha val="75000"/>
            </a:srgbClr>
          </a:solidFill>
          <a:ln>
            <a:noFill/>
          </a:ln>
          <a:effectLst>
            <a:outerShdw blurRad="50800" dist="38100" dir="2700000" algn="tl" rotWithShape="0">
              <a:schemeClr val="bg1">
                <a:lumMod val="50000"/>
                <a:alpha val="40000"/>
              </a:schemeClr>
            </a:outerShdw>
          </a:effectLst>
        </p:spPr>
        <p:txBody>
          <a:bodyPr spcFirstLastPara="1" wrap="square" lIns="91425" tIns="45700" rIns="91425" bIns="45700" anchor="t" anchorCtr="0">
            <a:noAutofit/>
          </a:bodyPr>
          <a:lstStyle/>
          <a:p>
            <a:pPr lvl="0">
              <a:spcBef>
                <a:spcPts val="800"/>
              </a:spcBef>
            </a:pPr>
            <a:r>
              <a:rPr lang="en-US" dirty="0">
                <a:solidFill>
                  <a:schemeClr val="bg1">
                    <a:lumMod val="95000"/>
                  </a:schemeClr>
                </a:solidFill>
              </a:rPr>
              <a:t>Validate Data</a:t>
            </a:r>
            <a:r>
              <a:rPr lang="en-US" sz="1600" dirty="0"/>
              <a:t>✅</a:t>
            </a:r>
            <a:endParaRPr lang="en-US" sz="1600" dirty="0">
              <a:solidFill>
                <a:schemeClr val="bg1">
                  <a:lumMod val="95000"/>
                </a:schemeClr>
              </a:solidFill>
            </a:endParaRPr>
          </a:p>
          <a:p>
            <a:pPr marL="285750" lvl="0" indent="-285750">
              <a:buClr>
                <a:srgbClr val="0070C0"/>
              </a:buClr>
              <a:buFont typeface="Wingdings" panose="05000000000000000000" pitchFamily="2" charset="2"/>
              <a:buChar char="Ø"/>
            </a:pPr>
            <a:r>
              <a:rPr lang="en-US" dirty="0">
                <a:solidFill>
                  <a:schemeClr val="bg1">
                    <a:lumMod val="95000"/>
                  </a:schemeClr>
                </a:solidFill>
              </a:rPr>
              <a:t>Date → datetime </a:t>
            </a:r>
          </a:p>
          <a:p>
            <a:pPr marL="285750" lvl="0" indent="-285750">
              <a:buClr>
                <a:srgbClr val="0070C0"/>
              </a:buClr>
              <a:buFont typeface="Wingdings" panose="05000000000000000000" pitchFamily="2" charset="2"/>
              <a:buChar char="Ø"/>
            </a:pPr>
            <a:r>
              <a:rPr lang="en-US" dirty="0">
                <a:solidFill>
                  <a:schemeClr val="bg1">
                    <a:lumMod val="95000"/>
                  </a:schemeClr>
                </a:solidFill>
              </a:rPr>
              <a:t>Numeric → int/float </a:t>
            </a:r>
          </a:p>
          <a:p>
            <a:pPr marL="285750" lvl="0" indent="-285750">
              <a:buClr>
                <a:srgbClr val="0070C0"/>
              </a:buClr>
              <a:buFont typeface="Wingdings" panose="05000000000000000000" pitchFamily="2" charset="2"/>
              <a:buChar char="Ø"/>
            </a:pPr>
            <a:r>
              <a:rPr lang="en-US" dirty="0">
                <a:solidFill>
                  <a:schemeClr val="bg1">
                    <a:lumMod val="95000"/>
                  </a:schemeClr>
                </a:solidFill>
              </a:rPr>
              <a:t>Categories → text</a:t>
            </a:r>
          </a:p>
        </p:txBody>
      </p:sp>
      <p:grpSp>
        <p:nvGrpSpPr>
          <p:cNvPr id="11" name="Group 3">
            <a:extLst>
              <a:ext uri="{FF2B5EF4-FFF2-40B4-BE49-F238E27FC236}">
                <a16:creationId xmlns:a16="http://schemas.microsoft.com/office/drawing/2014/main" id="{11E2267C-93FD-DC83-8101-5A4A6FBB5D84}"/>
              </a:ext>
            </a:extLst>
          </p:cNvPr>
          <p:cNvGrpSpPr/>
          <p:nvPr/>
        </p:nvGrpSpPr>
        <p:grpSpPr>
          <a:xfrm>
            <a:off x="9761612" y="4773104"/>
            <a:ext cx="1335013" cy="1285247"/>
            <a:chOff x="0" y="0"/>
            <a:chExt cx="812800" cy="812800"/>
          </a:xfrm>
        </p:grpSpPr>
        <p:sp>
          <p:nvSpPr>
            <p:cNvPr id="12" name="Freeform 4">
              <a:extLst>
                <a:ext uri="{FF2B5EF4-FFF2-40B4-BE49-F238E27FC236}">
                  <a16:creationId xmlns:a16="http://schemas.microsoft.com/office/drawing/2014/main" id="{76B06752-A089-1DEA-B438-CDF4C07DD92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en-US" sz="933"/>
            </a:p>
          </p:txBody>
        </p:sp>
      </p:grpSp>
    </p:spTree>
    <p:extLst>
      <p:ext uri="{BB962C8B-B14F-4D97-AF65-F5344CB8AC3E}">
        <p14:creationId xmlns:p14="http://schemas.microsoft.com/office/powerpoint/2010/main" val="2366300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124">
          <a:extLst>
            <a:ext uri="{FF2B5EF4-FFF2-40B4-BE49-F238E27FC236}">
              <a16:creationId xmlns:a16="http://schemas.microsoft.com/office/drawing/2014/main" id="{364188B2-647F-5DBF-D7C0-35632CB21B3E}"/>
            </a:ext>
          </a:extLst>
        </p:cNvPr>
        <p:cNvGrpSpPr/>
        <p:nvPr/>
      </p:nvGrpSpPr>
      <p:grpSpPr>
        <a:xfrm>
          <a:off x="0" y="0"/>
          <a:ext cx="0" cy="0"/>
          <a:chOff x="0" y="0"/>
          <a:chExt cx="0" cy="0"/>
        </a:xfrm>
      </p:grpSpPr>
      <p:sp>
        <p:nvSpPr>
          <p:cNvPr id="126" name="Google Shape;126;p4">
            <a:extLst>
              <a:ext uri="{FF2B5EF4-FFF2-40B4-BE49-F238E27FC236}">
                <a16:creationId xmlns:a16="http://schemas.microsoft.com/office/drawing/2014/main" id="{50683000-2BB6-6C57-6445-987B82E3D9D9}"/>
              </a:ext>
            </a:extLst>
          </p:cNvPr>
          <p:cNvSpPr/>
          <p:nvPr/>
        </p:nvSpPr>
        <p:spPr>
          <a:xfrm>
            <a:off x="508000" y="364063"/>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u="sng" dirty="0">
                <a:solidFill>
                  <a:schemeClr val="bg1">
                    <a:lumMod val="95000"/>
                  </a:schemeClr>
                </a:solidFill>
                <a:latin typeface="Calibri"/>
                <a:ea typeface="Calibri"/>
                <a:cs typeface="Calibri"/>
                <a:sym typeface="Calibri"/>
              </a:rPr>
              <a:t>Under Standing the Data</a:t>
            </a:r>
          </a:p>
          <a:p>
            <a:pPr lvl="0" algn="ctr">
              <a:buClr>
                <a:srgbClr val="7030A0"/>
              </a:buClr>
              <a:buSzPts val="2800"/>
            </a:pPr>
            <a:r>
              <a:rPr lang="en-US" sz="2000" dirty="0">
                <a:solidFill>
                  <a:schemeClr val="bg1">
                    <a:lumMod val="95000"/>
                  </a:schemeClr>
                </a:solidFill>
              </a:rPr>
              <a:t>                                       Dataset • Preprocessing • Modeling</a:t>
            </a:r>
            <a:endParaRPr lang="en-US" sz="2000" u="sng" dirty="0">
              <a:solidFill>
                <a:schemeClr val="bg1">
                  <a:lumMod val="95000"/>
                </a:schemeClr>
              </a:solidFill>
              <a:latin typeface="Calibri"/>
              <a:ea typeface="Calibri"/>
              <a:cs typeface="Calibri"/>
              <a:sym typeface="Calibri"/>
            </a:endParaRPr>
          </a:p>
        </p:txBody>
      </p:sp>
      <p:sp>
        <p:nvSpPr>
          <p:cNvPr id="127" name="Google Shape;127;p4">
            <a:hlinkClick r:id="rId3" action="ppaction://hlinksldjump"/>
            <a:extLst>
              <a:ext uri="{FF2B5EF4-FFF2-40B4-BE49-F238E27FC236}">
                <a16:creationId xmlns:a16="http://schemas.microsoft.com/office/drawing/2014/main" id="{A97B7E2C-5B11-1E08-2520-BB4992555592}"/>
              </a:ext>
            </a:extLst>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8" name="Google Shape;128;p4">
            <a:extLst>
              <a:ext uri="{FF2B5EF4-FFF2-40B4-BE49-F238E27FC236}">
                <a16:creationId xmlns:a16="http://schemas.microsoft.com/office/drawing/2014/main" id="{78109726-FD65-5FD3-D773-2A0C893325B3}"/>
              </a:ext>
            </a:extLst>
          </p:cNvPr>
          <p:cNvSpPr/>
          <p:nvPr/>
        </p:nvSpPr>
        <p:spPr>
          <a:xfrm>
            <a:off x="1944913" y="1202433"/>
            <a:ext cx="9388189" cy="529150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2400" b="1" i="0" u="none" strike="noStrike" cap="none">
              <a:solidFill>
                <a:schemeClr val="bg1">
                  <a:lumMod val="95000"/>
                </a:schemeClr>
              </a:solidFill>
              <a:latin typeface="Calibri"/>
              <a:ea typeface="Calibri"/>
              <a:cs typeface="Calibri"/>
              <a:sym typeface="Calibri"/>
            </a:endParaRPr>
          </a:p>
        </p:txBody>
      </p:sp>
      <p:pic>
        <p:nvPicPr>
          <p:cNvPr id="129" name="Google Shape;129;p4">
            <a:extLst>
              <a:ext uri="{FF2B5EF4-FFF2-40B4-BE49-F238E27FC236}">
                <a16:creationId xmlns:a16="http://schemas.microsoft.com/office/drawing/2014/main" id="{B27DED6E-8584-8203-B67F-50647BB83A7D}"/>
              </a:ext>
            </a:extLst>
          </p:cNvPr>
          <p:cNvPicPr preferRelativeResize="0"/>
          <p:nvPr/>
        </p:nvPicPr>
        <p:blipFill rotWithShape="1">
          <a:blip r:embed="rId4">
            <a:alphaModFix/>
          </a:blip>
          <a:srcRect/>
          <a:stretch/>
        </p:blipFill>
        <p:spPr>
          <a:xfrm>
            <a:off x="250372" y="5714999"/>
            <a:ext cx="1215571" cy="1088193"/>
          </a:xfrm>
          <a:prstGeom prst="rect">
            <a:avLst/>
          </a:prstGeom>
          <a:noFill/>
          <a:ln>
            <a:noFill/>
          </a:ln>
        </p:spPr>
      </p:pic>
      <p:sp>
        <p:nvSpPr>
          <p:cNvPr id="130" name="Google Shape;130;p4">
            <a:extLst>
              <a:ext uri="{FF2B5EF4-FFF2-40B4-BE49-F238E27FC236}">
                <a16:creationId xmlns:a16="http://schemas.microsoft.com/office/drawing/2014/main" id="{153E9E83-9328-A569-71A6-CA0559D90262}"/>
              </a:ext>
            </a:extLst>
          </p:cNvPr>
          <p:cNvSpPr txBox="1"/>
          <p:nvPr/>
        </p:nvSpPr>
        <p:spPr>
          <a:xfrm>
            <a:off x="2235200" y="1372949"/>
            <a:ext cx="8861425" cy="4904026"/>
          </a:xfrm>
          <a:prstGeom prst="rect">
            <a:avLst/>
          </a:prstGeom>
          <a:noFill/>
          <a:ln>
            <a:noFill/>
          </a:ln>
        </p:spPr>
        <p:txBody>
          <a:bodyPr spcFirstLastPara="1" wrap="square" lIns="91425" tIns="91425" rIns="91425" bIns="91425" anchor="t" anchorCtr="0">
            <a:noAutofit/>
          </a:bodyPr>
          <a:lstStyle/>
          <a:p>
            <a:r>
              <a:rPr lang="en-US" sz="2000" b="1" dirty="0">
                <a:solidFill>
                  <a:schemeClr val="bg1">
                    <a:lumMod val="95000"/>
                  </a:schemeClr>
                </a:solidFill>
              </a:rPr>
              <a:t>Data Preprocessing</a:t>
            </a:r>
          </a:p>
          <a:p>
            <a:r>
              <a:rPr lang="en-US" dirty="0">
                <a:solidFill>
                  <a:schemeClr val="bg1">
                    <a:lumMod val="95000"/>
                  </a:schemeClr>
                </a:solidFill>
              </a:rPr>
              <a:t>                                           Transforming raw behavioral data into reliable analytics:</a:t>
            </a:r>
          </a:p>
          <a:p>
            <a:pPr lvl="0">
              <a:lnSpc>
                <a:spcPct val="150000"/>
              </a:lnSpc>
            </a:pPr>
            <a:r>
              <a:rPr lang="en-US" sz="2400" b="1" dirty="0">
                <a:solidFill>
                  <a:schemeClr val="bg1">
                    <a:lumMod val="95000"/>
                  </a:schemeClr>
                </a:solidFill>
                <a:latin typeface="Calibri"/>
                <a:ea typeface="Calibri"/>
                <a:cs typeface="Calibri"/>
                <a:sym typeface="Calibri"/>
              </a:rPr>
              <a:t>1- </a:t>
            </a:r>
            <a:r>
              <a:rPr lang="en-US" sz="2000" b="1" dirty="0">
                <a:solidFill>
                  <a:schemeClr val="bg1">
                    <a:lumMod val="95000"/>
                  </a:schemeClr>
                </a:solidFill>
                <a:latin typeface="Calibri"/>
                <a:ea typeface="Calibri"/>
                <a:cs typeface="Calibri"/>
                <a:sym typeface="Calibri"/>
              </a:rPr>
              <a:t>Data Cleaning steps:</a:t>
            </a:r>
            <a:endParaRPr lang="en-US" sz="1200" dirty="0">
              <a:solidFill>
                <a:schemeClr val="bg1">
                  <a:lumMod val="95000"/>
                </a:schemeClr>
              </a:solidFill>
            </a:endParaRPr>
          </a:p>
          <a:p>
            <a:pPr marL="742950" lvl="1" indent="-285750" algn="just">
              <a:lnSpc>
                <a:spcPct val="150000"/>
              </a:lnSpc>
              <a:spcBef>
                <a:spcPts val="800"/>
              </a:spcBef>
              <a:buClr>
                <a:srgbClr val="0070C0"/>
              </a:buClr>
              <a:buSzPts val="1800"/>
              <a:buFont typeface="Wingdings" panose="05000000000000000000" pitchFamily="2" charset="2"/>
              <a:buChar char="Ø"/>
            </a:pPr>
            <a:r>
              <a:rPr lang="en-US" sz="1600" dirty="0">
                <a:solidFill>
                  <a:schemeClr val="bg1">
                    <a:lumMod val="95000"/>
                  </a:schemeClr>
                </a:solidFill>
              </a:rPr>
              <a:t>Loaded </a:t>
            </a:r>
            <a:r>
              <a:rPr lang="en-US" sz="1600" dirty="0" smtClean="0">
                <a:solidFill>
                  <a:schemeClr val="bg1">
                    <a:lumMod val="95000"/>
                  </a:schemeClr>
                </a:solidFill>
              </a:rPr>
              <a:t>data.</a:t>
            </a:r>
            <a:endParaRPr lang="en-US" sz="1200" dirty="0">
              <a:solidFill>
                <a:schemeClr val="bg1">
                  <a:lumMod val="95000"/>
                </a:schemeClr>
              </a:solidFill>
            </a:endParaRPr>
          </a:p>
          <a:p>
            <a:pPr marL="742950" lvl="1" indent="-285750" algn="just">
              <a:lnSpc>
                <a:spcPct val="150000"/>
              </a:lnSpc>
              <a:buClr>
                <a:srgbClr val="0070C0"/>
              </a:buClr>
              <a:buSzPts val="1800"/>
              <a:buFont typeface="Wingdings" panose="05000000000000000000" pitchFamily="2" charset="2"/>
              <a:buChar char="Ø"/>
            </a:pPr>
            <a:r>
              <a:rPr lang="en-US" sz="1600" dirty="0">
                <a:solidFill>
                  <a:schemeClr val="bg1">
                    <a:lumMod val="95000"/>
                  </a:schemeClr>
                </a:solidFill>
              </a:rPr>
              <a:t>Removed duplicate and unnecessary columns.</a:t>
            </a:r>
            <a:endParaRPr lang="en-US" sz="1200" dirty="0">
              <a:solidFill>
                <a:schemeClr val="bg1">
                  <a:lumMod val="95000"/>
                </a:schemeClr>
              </a:solidFill>
            </a:endParaRPr>
          </a:p>
          <a:p>
            <a:pPr marL="742950" lvl="1" indent="-285750" algn="just">
              <a:lnSpc>
                <a:spcPct val="150000"/>
              </a:lnSpc>
              <a:buClr>
                <a:srgbClr val="0070C0"/>
              </a:buClr>
              <a:buSzPts val="1800"/>
              <a:buFont typeface="Wingdings" panose="05000000000000000000" pitchFamily="2" charset="2"/>
              <a:buChar char="Ø"/>
            </a:pPr>
            <a:r>
              <a:rPr lang="en-US" sz="1600" dirty="0">
                <a:solidFill>
                  <a:schemeClr val="bg1">
                    <a:lumMod val="95000"/>
                  </a:schemeClr>
                </a:solidFill>
              </a:rPr>
              <a:t>Handled missing values.</a:t>
            </a:r>
            <a:endParaRPr lang="en-US" sz="1200" dirty="0">
              <a:solidFill>
                <a:schemeClr val="bg1">
                  <a:lumMod val="95000"/>
                </a:schemeClr>
              </a:solidFill>
            </a:endParaRPr>
          </a:p>
          <a:p>
            <a:pPr marL="742950" lvl="1" indent="-285750" algn="just">
              <a:lnSpc>
                <a:spcPct val="150000"/>
              </a:lnSpc>
              <a:buClr>
                <a:srgbClr val="0070C0"/>
              </a:buClr>
              <a:buSzPts val="1800"/>
              <a:buFont typeface="Wingdings" panose="05000000000000000000" pitchFamily="2" charset="2"/>
              <a:buChar char="Ø"/>
            </a:pPr>
            <a:r>
              <a:rPr lang="en-US" sz="1600" dirty="0">
                <a:solidFill>
                  <a:schemeClr val="bg1">
                    <a:lumMod val="95000"/>
                  </a:schemeClr>
                </a:solidFill>
              </a:rPr>
              <a:t>Formatted date and numerical fields.</a:t>
            </a:r>
            <a:endParaRPr lang="en-US" sz="1200" dirty="0">
              <a:solidFill>
                <a:schemeClr val="bg1">
                  <a:lumMod val="95000"/>
                </a:schemeClr>
              </a:solidFill>
            </a:endParaRPr>
          </a:p>
          <a:p>
            <a:pPr marL="742950" lvl="1" indent="-285750" algn="just">
              <a:lnSpc>
                <a:spcPct val="150000"/>
              </a:lnSpc>
              <a:buClr>
                <a:srgbClr val="0070C0"/>
              </a:buClr>
              <a:buSzPts val="1800"/>
              <a:buFont typeface="Wingdings" panose="05000000000000000000" pitchFamily="2" charset="2"/>
              <a:buChar char="Ø"/>
            </a:pPr>
            <a:r>
              <a:rPr lang="en-US" sz="1600" dirty="0">
                <a:solidFill>
                  <a:schemeClr val="bg1">
                    <a:lumMod val="95000"/>
                  </a:schemeClr>
                </a:solidFill>
              </a:rPr>
              <a:t>Created calculated columns for analysis</a:t>
            </a:r>
            <a:endParaRPr lang="en-US" sz="1200" dirty="0">
              <a:solidFill>
                <a:schemeClr val="bg1">
                  <a:lumMod val="95000"/>
                </a:schemeClr>
              </a:solidFill>
            </a:endParaRPr>
          </a:p>
          <a:p>
            <a:pPr marL="742950" lvl="1" indent="-285750" algn="just">
              <a:lnSpc>
                <a:spcPct val="150000"/>
              </a:lnSpc>
              <a:buClr>
                <a:srgbClr val="0070C0"/>
              </a:buClr>
              <a:buSzPts val="1800"/>
              <a:buFont typeface="Wingdings" panose="05000000000000000000" pitchFamily="2" charset="2"/>
              <a:buChar char="Ø"/>
            </a:pPr>
            <a:r>
              <a:rPr lang="en-US" sz="1600" dirty="0">
                <a:solidFill>
                  <a:schemeClr val="bg1">
                    <a:lumMod val="95000"/>
                  </a:schemeClr>
                </a:solidFill>
              </a:rPr>
              <a:t>Standardized date and time formats. </a:t>
            </a:r>
            <a:endParaRPr lang="en-US" sz="1200" dirty="0">
              <a:solidFill>
                <a:schemeClr val="bg1">
                  <a:lumMod val="95000"/>
                </a:schemeClr>
              </a:solidFill>
            </a:endParaRPr>
          </a:p>
          <a:p>
            <a:pPr marL="65088" lvl="1" algn="just">
              <a:lnSpc>
                <a:spcPct val="150000"/>
              </a:lnSpc>
            </a:pPr>
            <a:r>
              <a:rPr lang="en-US" sz="2000" b="1" dirty="0">
                <a:solidFill>
                  <a:schemeClr val="bg1">
                    <a:lumMod val="95000"/>
                  </a:schemeClr>
                </a:solidFill>
                <a:latin typeface="Calibri"/>
                <a:ea typeface="Calibri"/>
                <a:cs typeface="Calibri"/>
                <a:sym typeface="Calibri"/>
              </a:rPr>
              <a:t>2- Data modeling for power bi steps:</a:t>
            </a:r>
          </a:p>
          <a:p>
            <a:pPr marL="742950" lvl="1" indent="-285750" algn="just">
              <a:lnSpc>
                <a:spcPct val="150000"/>
              </a:lnSpc>
              <a:buClr>
                <a:srgbClr val="0070C0"/>
              </a:buClr>
              <a:buSzPts val="1800"/>
              <a:buFont typeface="Arial" panose="020B0604020202020204" pitchFamily="34" charset="0"/>
              <a:buChar char="•"/>
            </a:pPr>
            <a:r>
              <a:rPr lang="en-US" sz="1600" dirty="0">
                <a:solidFill>
                  <a:schemeClr val="bg1">
                    <a:lumMod val="95000"/>
                  </a:schemeClr>
                </a:solidFill>
              </a:rPr>
              <a:t>Created new calculated fields using DAX</a:t>
            </a:r>
            <a:endParaRPr lang="en-US" sz="1200" dirty="0">
              <a:solidFill>
                <a:schemeClr val="bg1">
                  <a:lumMod val="95000"/>
                </a:schemeClr>
              </a:solidFill>
            </a:endParaRPr>
          </a:p>
          <a:p>
            <a:pPr marL="742950" lvl="1" indent="-285750" algn="just">
              <a:lnSpc>
                <a:spcPct val="150000"/>
              </a:lnSpc>
              <a:buClr>
                <a:srgbClr val="0070C0"/>
              </a:buClr>
              <a:buSzPts val="1800"/>
              <a:buFont typeface="Arial" panose="020B0604020202020204" pitchFamily="34" charset="0"/>
              <a:buChar char="•"/>
            </a:pPr>
            <a:r>
              <a:rPr lang="en-US" sz="1600" dirty="0">
                <a:solidFill>
                  <a:schemeClr val="bg1">
                    <a:lumMod val="95000"/>
                  </a:schemeClr>
                </a:solidFill>
              </a:rPr>
              <a:t>Created relation between tables</a:t>
            </a:r>
            <a:endParaRPr lang="en-US" sz="1200" dirty="0">
              <a:solidFill>
                <a:schemeClr val="bg1">
                  <a:lumMod val="95000"/>
                </a:schemeClr>
              </a:solidFill>
            </a:endParaRPr>
          </a:p>
          <a:p>
            <a:pPr>
              <a:buClr>
                <a:srgbClr val="0070C0"/>
              </a:buClr>
            </a:pPr>
            <a:endParaRPr lang="en-US" sz="2000" dirty="0">
              <a:solidFill>
                <a:schemeClr val="bg1">
                  <a:lumMod val="95000"/>
                </a:schemeClr>
              </a:solidFill>
            </a:endParaRPr>
          </a:p>
          <a:p>
            <a:pPr marL="0" marR="0" lvl="0" indent="0" algn="just" rtl="0">
              <a:lnSpc>
                <a:spcPct val="150000"/>
              </a:lnSpc>
              <a:spcBef>
                <a:spcPts val="0"/>
              </a:spcBef>
              <a:spcAft>
                <a:spcPts val="0"/>
              </a:spcAft>
              <a:buClr>
                <a:schemeClr val="dk1"/>
              </a:buClr>
              <a:buSzPts val="1800"/>
              <a:buFont typeface="Nunito Light"/>
              <a:buNone/>
            </a:pPr>
            <a:endParaRPr sz="2000" b="0" i="0" u="none" strike="noStrike" cap="none" dirty="0">
              <a:solidFill>
                <a:schemeClr val="bg1">
                  <a:lumMod val="95000"/>
                </a:schemeClr>
              </a:solidFill>
              <a:latin typeface="Arial"/>
              <a:ea typeface="Arial"/>
              <a:cs typeface="Arial"/>
              <a:sym typeface="Arial"/>
            </a:endParaRPr>
          </a:p>
        </p:txBody>
      </p:sp>
    </p:spTree>
    <p:extLst>
      <p:ext uri="{BB962C8B-B14F-4D97-AF65-F5344CB8AC3E}">
        <p14:creationId xmlns:p14="http://schemas.microsoft.com/office/powerpoint/2010/main" val="960154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185"/>
        <p:cNvGrpSpPr/>
        <p:nvPr/>
      </p:nvGrpSpPr>
      <p:grpSpPr>
        <a:xfrm>
          <a:off x="0" y="0"/>
          <a:ext cx="0" cy="0"/>
          <a:chOff x="0" y="0"/>
          <a:chExt cx="0" cy="0"/>
        </a:xfrm>
      </p:grpSpPr>
      <p:sp>
        <p:nvSpPr>
          <p:cNvPr id="187" name="Google Shape;187;p10"/>
          <p:cNvSpPr/>
          <p:nvPr/>
        </p:nvSpPr>
        <p:spPr>
          <a:xfrm>
            <a:off x="6002963" y="1079538"/>
            <a:ext cx="5855207" cy="5364806"/>
          </a:xfrm>
          <a:prstGeom prst="roundRect">
            <a:avLst>
              <a:gd name="adj" fmla="val 16667"/>
            </a:avLst>
          </a:prstGeom>
          <a:solidFill>
            <a:schemeClr val="lt1"/>
          </a:solidFill>
          <a:ln>
            <a:noFill/>
          </a:ln>
          <a:effectLst>
            <a:outerShdw blurRad="50800" dist="38100" dir="18900000" algn="bl" rotWithShape="0">
              <a:srgbClr val="000000">
                <a:alpha val="40000"/>
              </a:srgbClr>
            </a:outerShdw>
          </a:effectLst>
        </p:spPr>
        <p:txBody>
          <a:bodyPr spcFirstLastPara="1" wrap="square" lIns="91425" tIns="0" rIns="91425" bIns="0" anchor="t" anchorCtr="0">
            <a:noAutofit/>
          </a:bodyPr>
          <a:lstStyle/>
          <a:p>
            <a:pPr marL="0" marR="0" lvl="0" indent="0" algn="r" rtl="1">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188" name="Google Shape;188;p10"/>
          <p:cNvSpPr/>
          <p:nvPr/>
        </p:nvSpPr>
        <p:spPr>
          <a:xfrm rot="10800000">
            <a:off x="605219" y="1971608"/>
            <a:ext cx="5397744" cy="3874332"/>
          </a:xfrm>
          <a:custGeom>
            <a:avLst/>
            <a:gdLst/>
            <a:ahLst/>
            <a:cxnLst/>
            <a:rect l="l" t="t" r="r" b="b"/>
            <a:pathLst>
              <a:path w="2982350" h="4853354" extrusionOk="0">
                <a:moveTo>
                  <a:pt x="0" y="0"/>
                </a:moveTo>
                <a:lnTo>
                  <a:pt x="1008042" y="0"/>
                </a:lnTo>
                <a:lnTo>
                  <a:pt x="1129938" y="0"/>
                </a:lnTo>
                <a:lnTo>
                  <a:pt x="2587479" y="0"/>
                </a:lnTo>
                <a:cubicBezTo>
                  <a:pt x="2805560" y="0"/>
                  <a:pt x="2982350" y="176790"/>
                  <a:pt x="2982350" y="394871"/>
                </a:cubicBezTo>
                <a:lnTo>
                  <a:pt x="2982350" y="4458483"/>
                </a:lnTo>
                <a:cubicBezTo>
                  <a:pt x="2982350" y="4676564"/>
                  <a:pt x="2805560" y="4853354"/>
                  <a:pt x="2587479" y="4853354"/>
                </a:cubicBezTo>
                <a:lnTo>
                  <a:pt x="1129938" y="4853354"/>
                </a:lnTo>
                <a:lnTo>
                  <a:pt x="1008042" y="4853354"/>
                </a:lnTo>
                <a:lnTo>
                  <a:pt x="0" y="4853354"/>
                </a:lnTo>
                <a:close/>
              </a:path>
            </a:pathLst>
          </a:custGeom>
          <a:solidFill>
            <a:srgbClr val="162235"/>
          </a:solidFill>
          <a:ln>
            <a:noFill/>
          </a:ln>
          <a:effectLst>
            <a:outerShdw blurRad="50800" dist="38100" dir="18900000" algn="bl" rotWithShape="0">
              <a:srgbClr val="000000">
                <a:alpha val="40000"/>
              </a:srgbClr>
            </a:outerShdw>
          </a:effectLst>
        </p:spPr>
        <p:txBody>
          <a:bodyPr spcFirstLastPara="1" wrap="square" lIns="91425" tIns="45700" rIns="91425" bIns="45700" anchor="t" anchorCtr="0">
            <a:noAutofit/>
          </a:bodyPr>
          <a:lstStyle/>
          <a:p>
            <a:pPr marL="0" marR="0" lvl="0" indent="0" algn="ctr" rtl="1">
              <a:spcBef>
                <a:spcPts val="0"/>
              </a:spcBef>
              <a:spcAft>
                <a:spcPts val="0"/>
              </a:spcAft>
              <a:buNone/>
            </a:pPr>
            <a:endParaRPr sz="1800" b="0" i="0" u="none" strike="noStrike" cap="none">
              <a:solidFill>
                <a:srgbClr val="595959"/>
              </a:solidFill>
              <a:latin typeface="Arial"/>
              <a:ea typeface="Arial"/>
              <a:cs typeface="Arial"/>
              <a:sym typeface="Arial"/>
            </a:endParaRPr>
          </a:p>
          <a:p>
            <a:pPr marL="0" marR="0" lvl="0" indent="0" algn="ctr" rtl="1">
              <a:spcBef>
                <a:spcPts val="0"/>
              </a:spcBef>
              <a:spcAft>
                <a:spcPts val="0"/>
              </a:spcAft>
              <a:buNone/>
            </a:pPr>
            <a:endParaRPr sz="1800" b="1" i="0" u="none" strike="noStrike" cap="none">
              <a:solidFill>
                <a:srgbClr val="595959"/>
              </a:solidFill>
              <a:latin typeface="Century Gothic"/>
              <a:ea typeface="Century Gothic"/>
              <a:cs typeface="Century Gothic"/>
              <a:sym typeface="Century Gothic"/>
            </a:endParaRPr>
          </a:p>
        </p:txBody>
      </p:sp>
      <p:grpSp>
        <p:nvGrpSpPr>
          <p:cNvPr id="189" name="Google Shape;189;p10"/>
          <p:cNvGrpSpPr/>
          <p:nvPr/>
        </p:nvGrpSpPr>
        <p:grpSpPr>
          <a:xfrm rot="10800000" flipH="1">
            <a:off x="813858" y="2053529"/>
            <a:ext cx="5208942" cy="1153910"/>
            <a:chOff x="1079059" y="2228500"/>
            <a:chExt cx="2072633" cy="1312681"/>
          </a:xfrm>
        </p:grpSpPr>
        <p:sp>
          <p:nvSpPr>
            <p:cNvPr id="190" name="Google Shape;190;p10"/>
            <p:cNvSpPr/>
            <p:nvPr/>
          </p:nvSpPr>
          <p:spPr>
            <a:xfrm>
              <a:off x="2897090" y="2228500"/>
              <a:ext cx="254602" cy="254597"/>
            </a:xfrm>
            <a:custGeom>
              <a:avLst/>
              <a:gdLst/>
              <a:ahLst/>
              <a:cxnLst/>
              <a:rect l="l" t="t" r="r" b="b"/>
              <a:pathLst>
                <a:path w="432555" h="432546" extrusionOk="0">
                  <a:moveTo>
                    <a:pt x="432555" y="0"/>
                  </a:moveTo>
                  <a:lnTo>
                    <a:pt x="432555" y="432546"/>
                  </a:lnTo>
                  <a:lnTo>
                    <a:pt x="0" y="432546"/>
                  </a:lnTo>
                  <a:cubicBezTo>
                    <a:pt x="209032" y="432546"/>
                    <a:pt x="383434" y="284274"/>
                    <a:pt x="423768" y="87165"/>
                  </a:cubicBezTo>
                  <a:close/>
                </a:path>
              </a:pathLst>
            </a:custGeom>
            <a:solidFill>
              <a:srgbClr val="FFFFF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sp>
          <p:nvSpPr>
            <p:cNvPr id="191" name="Google Shape;191;p10"/>
            <p:cNvSpPr/>
            <p:nvPr/>
          </p:nvSpPr>
          <p:spPr>
            <a:xfrm rot="-5400000">
              <a:off x="1713633" y="1848524"/>
              <a:ext cx="803485" cy="2072633"/>
            </a:xfrm>
            <a:prstGeom prst="round2SameRect">
              <a:avLst>
                <a:gd name="adj1" fmla="val 50000"/>
                <a:gd name="adj2" fmla="val 0"/>
              </a:avLst>
            </a:prstGeom>
            <a:solidFill>
              <a:srgbClr val="FFFFF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sp>
          <p:nvSpPr>
            <p:cNvPr id="192" name="Google Shape;192;p10"/>
            <p:cNvSpPr/>
            <p:nvPr/>
          </p:nvSpPr>
          <p:spPr>
            <a:xfrm rot="10800000" flipH="1">
              <a:off x="2897090" y="3286584"/>
              <a:ext cx="254602" cy="254597"/>
            </a:xfrm>
            <a:custGeom>
              <a:avLst/>
              <a:gdLst/>
              <a:ahLst/>
              <a:cxnLst/>
              <a:rect l="l" t="t" r="r" b="b"/>
              <a:pathLst>
                <a:path w="432555" h="432546" extrusionOk="0">
                  <a:moveTo>
                    <a:pt x="432555" y="0"/>
                  </a:moveTo>
                  <a:lnTo>
                    <a:pt x="432555" y="432546"/>
                  </a:lnTo>
                  <a:lnTo>
                    <a:pt x="0" y="432546"/>
                  </a:lnTo>
                  <a:cubicBezTo>
                    <a:pt x="209032" y="432546"/>
                    <a:pt x="383434" y="284274"/>
                    <a:pt x="423768" y="87165"/>
                  </a:cubicBezTo>
                  <a:close/>
                </a:path>
              </a:pathLst>
            </a:custGeom>
            <a:solidFill>
              <a:srgbClr val="FFFFF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grpSp>
      <p:sp>
        <p:nvSpPr>
          <p:cNvPr id="194" name="Google Shape;194;p10">
            <a:hlinkClick r:id="rId3"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98" name="Google Shape;198;p10"/>
          <p:cNvPicPr preferRelativeResize="0"/>
          <p:nvPr/>
        </p:nvPicPr>
        <p:blipFill rotWithShape="1">
          <a:blip r:embed="rId4">
            <a:alphaModFix/>
          </a:blip>
          <a:srcRect/>
          <a:stretch/>
        </p:blipFill>
        <p:spPr>
          <a:xfrm>
            <a:off x="80151" y="5769807"/>
            <a:ext cx="1215571" cy="1088193"/>
          </a:xfrm>
          <a:prstGeom prst="rect">
            <a:avLst/>
          </a:prstGeom>
          <a:noFill/>
          <a:ln>
            <a:noFill/>
          </a:ln>
        </p:spPr>
      </p:pic>
      <p:grpSp>
        <p:nvGrpSpPr>
          <p:cNvPr id="199" name="Google Shape;199;p10"/>
          <p:cNvGrpSpPr/>
          <p:nvPr/>
        </p:nvGrpSpPr>
        <p:grpSpPr>
          <a:xfrm>
            <a:off x="830479" y="2470719"/>
            <a:ext cx="5121368" cy="2828812"/>
            <a:chOff x="830479" y="2470719"/>
            <a:chExt cx="5121368" cy="2828812"/>
          </a:xfrm>
        </p:grpSpPr>
        <p:sp>
          <p:nvSpPr>
            <p:cNvPr id="200" name="Google Shape;200;p10"/>
            <p:cNvSpPr txBox="1"/>
            <p:nvPr/>
          </p:nvSpPr>
          <p:spPr>
            <a:xfrm>
              <a:off x="904087" y="2470719"/>
              <a:ext cx="5004474"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50000"/>
                    </a:schemeClr>
                  </a:solidFill>
                  <a:latin typeface="Century Gothic"/>
                  <a:ea typeface="Century Gothic"/>
                  <a:cs typeface="Century Gothic"/>
                  <a:sym typeface="Century Gothic"/>
                </a:rPr>
                <a:t>1- Data Cleaning</a:t>
              </a:r>
              <a:endParaRPr sz="1800" b="1" i="0" u="none" strike="noStrike" cap="none" dirty="0">
                <a:solidFill>
                  <a:schemeClr val="bg1">
                    <a:lumMod val="50000"/>
                  </a:schemeClr>
                </a:solidFill>
                <a:latin typeface="Century Gothic"/>
                <a:ea typeface="Century Gothic"/>
                <a:cs typeface="Century Gothic"/>
                <a:sym typeface="Century Gothic"/>
              </a:endParaRPr>
            </a:p>
          </p:txBody>
        </p:sp>
        <p:sp>
          <p:nvSpPr>
            <p:cNvPr id="201" name="Google Shape;201;p10"/>
            <p:cNvSpPr txBox="1"/>
            <p:nvPr/>
          </p:nvSpPr>
          <p:spPr>
            <a:xfrm>
              <a:off x="830479" y="3096525"/>
              <a:ext cx="5004474"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2- Table Cutting</a:t>
              </a:r>
              <a:endParaRPr sz="1800" b="1" i="0" u="none" strike="noStrike" cap="none" dirty="0">
                <a:solidFill>
                  <a:schemeClr val="bg1">
                    <a:lumMod val="95000"/>
                  </a:schemeClr>
                </a:solidFill>
                <a:latin typeface="Century Gothic"/>
                <a:ea typeface="Century Gothic"/>
                <a:cs typeface="Century Gothic"/>
                <a:sym typeface="Century Gothic"/>
              </a:endParaRPr>
            </a:p>
          </p:txBody>
        </p:sp>
        <p:sp>
          <p:nvSpPr>
            <p:cNvPr id="202" name="Google Shape;202;p10"/>
            <p:cNvSpPr txBox="1"/>
            <p:nvPr/>
          </p:nvSpPr>
          <p:spPr>
            <a:xfrm>
              <a:off x="947373" y="3727002"/>
              <a:ext cx="5004474"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3- Create Column </a:t>
              </a:r>
              <a:r>
                <a:rPr lang="en-US" sz="1800" b="1" dirty="0">
                  <a:solidFill>
                    <a:schemeClr val="bg1">
                      <a:lumMod val="95000"/>
                    </a:schemeClr>
                  </a:solidFill>
                  <a:latin typeface="Century Gothic"/>
                  <a:ea typeface="Century Gothic"/>
                  <a:cs typeface="Century Gothic"/>
                  <a:sym typeface="Century Gothic"/>
                </a:rPr>
                <a:t>by power Query</a:t>
              </a:r>
              <a:endParaRPr lang="en-US" sz="1800" dirty="0">
                <a:solidFill>
                  <a:schemeClr val="bg1">
                    <a:lumMod val="95000"/>
                  </a:schemeClr>
                </a:solidFill>
              </a:endParaRPr>
            </a:p>
          </p:txBody>
        </p:sp>
        <p:sp>
          <p:nvSpPr>
            <p:cNvPr id="203" name="Google Shape;203;p10"/>
            <p:cNvSpPr txBox="1"/>
            <p:nvPr/>
          </p:nvSpPr>
          <p:spPr>
            <a:xfrm>
              <a:off x="1184565" y="4328858"/>
              <a:ext cx="4723996"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a:solidFill>
                    <a:schemeClr val="bg1">
                      <a:lumMod val="95000"/>
                    </a:schemeClr>
                  </a:solidFill>
                  <a:latin typeface="Century Gothic"/>
                  <a:ea typeface="Century Gothic"/>
                  <a:cs typeface="Century Gothic"/>
                  <a:sym typeface="Century Gothic"/>
                </a:rPr>
                <a:t>4- Create Measures</a:t>
              </a:r>
              <a:endParaRPr sz="1800" b="1" i="0" u="none" strike="noStrike" cap="none">
                <a:solidFill>
                  <a:schemeClr val="bg1">
                    <a:lumMod val="95000"/>
                  </a:schemeClr>
                </a:solidFill>
                <a:latin typeface="Century Gothic"/>
                <a:ea typeface="Century Gothic"/>
                <a:cs typeface="Century Gothic"/>
                <a:sym typeface="Century Gothic"/>
              </a:endParaRPr>
            </a:p>
          </p:txBody>
        </p:sp>
        <p:sp>
          <p:nvSpPr>
            <p:cNvPr id="204" name="Google Shape;204;p10"/>
            <p:cNvSpPr txBox="1"/>
            <p:nvPr/>
          </p:nvSpPr>
          <p:spPr>
            <a:xfrm>
              <a:off x="1218748" y="4930199"/>
              <a:ext cx="4723996"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a:solidFill>
                    <a:schemeClr val="bg1">
                      <a:lumMod val="95000"/>
                    </a:schemeClr>
                  </a:solidFill>
                  <a:latin typeface="Century Gothic"/>
                  <a:ea typeface="Century Gothic"/>
                  <a:cs typeface="Century Gothic"/>
                  <a:sym typeface="Century Gothic"/>
                </a:rPr>
                <a:t>5- Creating relations</a:t>
              </a:r>
              <a:endParaRPr sz="1800" b="1" i="0" u="none" strike="noStrike" cap="none">
                <a:solidFill>
                  <a:schemeClr val="bg1">
                    <a:lumMod val="95000"/>
                  </a:schemeClr>
                </a:solidFill>
                <a:latin typeface="Century Gothic"/>
                <a:ea typeface="Century Gothic"/>
                <a:cs typeface="Century Gothic"/>
                <a:sym typeface="Century Gothic"/>
              </a:endParaRPr>
            </a:p>
          </p:txBody>
        </p:sp>
      </p:grpSp>
      <p:sp>
        <p:nvSpPr>
          <p:cNvPr id="2" name="Google Shape;126;p4">
            <a:extLst>
              <a:ext uri="{FF2B5EF4-FFF2-40B4-BE49-F238E27FC236}">
                <a16:creationId xmlns:a16="http://schemas.microsoft.com/office/drawing/2014/main" id="{1AC17ACD-E018-0F2C-6F59-8D5486CA863D}"/>
              </a:ext>
            </a:extLst>
          </p:cNvPr>
          <p:cNvSpPr/>
          <p:nvPr/>
        </p:nvSpPr>
        <p:spPr>
          <a:xfrm>
            <a:off x="508000" y="364063"/>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u="sng" dirty="0">
                <a:solidFill>
                  <a:schemeClr val="bg1">
                    <a:lumMod val="95000"/>
                  </a:schemeClr>
                </a:solidFill>
                <a:latin typeface="Calibri"/>
                <a:ea typeface="Calibri"/>
                <a:cs typeface="Calibri"/>
                <a:sym typeface="Calibri"/>
              </a:rPr>
              <a:t>Under Standing the Data</a:t>
            </a:r>
          </a:p>
          <a:p>
            <a:pPr lvl="0" algn="ctr">
              <a:buClr>
                <a:srgbClr val="7030A0"/>
              </a:buClr>
              <a:buSzPts val="2800"/>
            </a:pPr>
            <a:r>
              <a:rPr lang="en-US" sz="2000" dirty="0">
                <a:solidFill>
                  <a:schemeClr val="bg1">
                    <a:lumMod val="95000"/>
                  </a:schemeClr>
                </a:solidFill>
              </a:rPr>
              <a:t>                                       Dataset • Preprocessing • Modeling</a:t>
            </a:r>
            <a:endParaRPr lang="en-US" sz="2000" u="sng" dirty="0">
              <a:solidFill>
                <a:schemeClr val="bg1">
                  <a:lumMod val="95000"/>
                </a:schemeClr>
              </a:solidFill>
              <a:latin typeface="Calibri"/>
              <a:ea typeface="Calibri"/>
              <a:cs typeface="Calibri"/>
              <a:sym typeface="Calibri"/>
            </a:endParaRPr>
          </a:p>
        </p:txBody>
      </p:sp>
      <p:sp>
        <p:nvSpPr>
          <p:cNvPr id="3" name="Google Shape;127;p4">
            <a:hlinkClick r:id="rId3" action="ppaction://hlinksldjump"/>
            <a:extLst>
              <a:ext uri="{FF2B5EF4-FFF2-40B4-BE49-F238E27FC236}">
                <a16:creationId xmlns:a16="http://schemas.microsoft.com/office/drawing/2014/main" id="{4717E0D4-1375-F51C-14FA-3E866DDD9B42}"/>
              </a:ext>
            </a:extLst>
          </p:cNvPr>
          <p:cNvSpPr/>
          <p:nvPr/>
        </p:nvSpPr>
        <p:spPr>
          <a:xfrm>
            <a:off x="10634532" y="46907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5" name="Picture 4">
            <a:extLst>
              <a:ext uri="{FF2B5EF4-FFF2-40B4-BE49-F238E27FC236}">
                <a16:creationId xmlns:a16="http://schemas.microsoft.com/office/drawing/2014/main" id="{4CBD3703-7B84-D89B-FE37-EA4E4B8ACD6D}"/>
              </a:ext>
            </a:extLst>
          </p:cNvPr>
          <p:cNvPicPr>
            <a:picLocks noChangeAspect="1"/>
          </p:cNvPicPr>
          <p:nvPr/>
        </p:nvPicPr>
        <p:blipFill>
          <a:blip r:embed="rId5"/>
          <a:srcRect l="1876" t="20035" r="5937" b="5035"/>
          <a:stretch>
            <a:fillRect/>
          </a:stretch>
        </p:blipFill>
        <p:spPr>
          <a:xfrm>
            <a:off x="6418768" y="1253966"/>
            <a:ext cx="3497583" cy="1599125"/>
          </a:xfrm>
          <a:prstGeom prst="rect">
            <a:avLst/>
          </a:prstGeom>
        </p:spPr>
      </p:pic>
      <p:pic>
        <p:nvPicPr>
          <p:cNvPr id="6" name="Picture 5">
            <a:extLst>
              <a:ext uri="{FF2B5EF4-FFF2-40B4-BE49-F238E27FC236}">
                <a16:creationId xmlns:a16="http://schemas.microsoft.com/office/drawing/2014/main" id="{39C6A359-A61E-956F-D771-C2681BAE472F}"/>
              </a:ext>
            </a:extLst>
          </p:cNvPr>
          <p:cNvPicPr>
            <a:picLocks noChangeAspect="1"/>
          </p:cNvPicPr>
          <p:nvPr/>
        </p:nvPicPr>
        <p:blipFill>
          <a:blip r:embed="rId6"/>
          <a:srcRect l="15661" t="11221" r="19133" b="5308"/>
          <a:stretch>
            <a:fillRect/>
          </a:stretch>
        </p:blipFill>
        <p:spPr>
          <a:xfrm>
            <a:off x="6767856" y="2766282"/>
            <a:ext cx="4581736" cy="32990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9"/>
                                        </p:tgtEl>
                                        <p:attrNameLst>
                                          <p:attrName>style.visibility</p:attrName>
                                        </p:attrNameLst>
                                      </p:cBhvr>
                                      <p:to>
                                        <p:strVal val="visible"/>
                                      </p:to>
                                    </p:set>
                                    <p:animEffect transition="in" filter="fade">
                                      <p:cBhvr>
                                        <p:cTn id="7" dur="500"/>
                                        <p:tgtEl>
                                          <p:spTgt spid="18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87"/>
                                        </p:tgtEl>
                                        <p:attrNameLst>
                                          <p:attrName>style.visibility</p:attrName>
                                        </p:attrNameLst>
                                      </p:cBhvr>
                                      <p:to>
                                        <p:strVal val="visible"/>
                                      </p:to>
                                    </p:set>
                                    <p:animEffect transition="in" filter="fade">
                                      <p:cBhvr>
                                        <p:cTn id="11" dur="250"/>
                                        <p:tgtEl>
                                          <p:spTgt spid="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232"/>
        <p:cNvGrpSpPr/>
        <p:nvPr/>
      </p:nvGrpSpPr>
      <p:grpSpPr>
        <a:xfrm>
          <a:off x="0" y="0"/>
          <a:ext cx="0" cy="0"/>
          <a:chOff x="0" y="0"/>
          <a:chExt cx="0" cy="0"/>
        </a:xfrm>
      </p:grpSpPr>
      <p:sp>
        <p:nvSpPr>
          <p:cNvPr id="8" name="Google Shape;126;p4">
            <a:extLst>
              <a:ext uri="{FF2B5EF4-FFF2-40B4-BE49-F238E27FC236}">
                <a16:creationId xmlns:a16="http://schemas.microsoft.com/office/drawing/2014/main" id="{602811A3-4CEA-C39A-A889-86D9D4783542}"/>
              </a:ext>
            </a:extLst>
          </p:cNvPr>
          <p:cNvSpPr/>
          <p:nvPr/>
        </p:nvSpPr>
        <p:spPr>
          <a:xfrm>
            <a:off x="508000" y="335488"/>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u="sng" dirty="0">
                <a:solidFill>
                  <a:schemeClr val="bg1">
                    <a:lumMod val="95000"/>
                  </a:schemeClr>
                </a:solidFill>
                <a:latin typeface="Calibri"/>
                <a:ea typeface="Calibri"/>
                <a:cs typeface="Calibri"/>
                <a:sym typeface="Calibri"/>
              </a:rPr>
              <a:t>Under Standing the Data</a:t>
            </a:r>
          </a:p>
          <a:p>
            <a:pPr lvl="0" algn="ctr">
              <a:buClr>
                <a:srgbClr val="7030A0"/>
              </a:buClr>
              <a:buSzPts val="2800"/>
            </a:pPr>
            <a:r>
              <a:rPr lang="en-US" sz="2000" dirty="0">
                <a:solidFill>
                  <a:schemeClr val="bg1">
                    <a:lumMod val="95000"/>
                  </a:schemeClr>
                </a:solidFill>
              </a:rPr>
              <a:t>                                       Dataset • Preprocessing • Modeling</a:t>
            </a:r>
            <a:endParaRPr lang="en-US" sz="2000" u="sng" dirty="0">
              <a:solidFill>
                <a:schemeClr val="bg1">
                  <a:lumMod val="95000"/>
                </a:schemeClr>
              </a:solidFill>
              <a:latin typeface="Calibri"/>
              <a:ea typeface="Calibri"/>
              <a:cs typeface="Calibri"/>
              <a:sym typeface="Calibri"/>
            </a:endParaRPr>
          </a:p>
        </p:txBody>
      </p:sp>
      <p:sp>
        <p:nvSpPr>
          <p:cNvPr id="234" name="Google Shape;234;p12"/>
          <p:cNvSpPr/>
          <p:nvPr/>
        </p:nvSpPr>
        <p:spPr>
          <a:xfrm>
            <a:off x="6002963" y="1079538"/>
            <a:ext cx="5855207" cy="5364806"/>
          </a:xfrm>
          <a:prstGeom prst="roundRect">
            <a:avLst>
              <a:gd name="adj" fmla="val 16667"/>
            </a:avLst>
          </a:prstGeom>
          <a:solidFill>
            <a:schemeClr val="lt1"/>
          </a:solidFill>
          <a:ln>
            <a:noFill/>
          </a:ln>
          <a:effectLst>
            <a:outerShdw blurRad="50800" dist="38100" dir="18900000" algn="bl" rotWithShape="0">
              <a:srgbClr val="000000">
                <a:alpha val="40000"/>
              </a:srgbClr>
            </a:outerShdw>
          </a:effectLst>
        </p:spPr>
        <p:txBody>
          <a:bodyPr spcFirstLastPara="1" wrap="square" lIns="91425" tIns="0" rIns="91425" bIns="0" anchor="t" anchorCtr="0">
            <a:noAutofit/>
          </a:bodyPr>
          <a:lstStyle/>
          <a:p>
            <a:pPr marL="0" marR="0" lvl="0" indent="0" algn="r" rtl="1">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235" name="Google Shape;235;p12"/>
          <p:cNvSpPr/>
          <p:nvPr/>
        </p:nvSpPr>
        <p:spPr>
          <a:xfrm rot="10800000">
            <a:off x="605219" y="1971608"/>
            <a:ext cx="5397744" cy="3874332"/>
          </a:xfrm>
          <a:custGeom>
            <a:avLst/>
            <a:gdLst/>
            <a:ahLst/>
            <a:cxnLst/>
            <a:rect l="l" t="t" r="r" b="b"/>
            <a:pathLst>
              <a:path w="2982350" h="4853354" extrusionOk="0">
                <a:moveTo>
                  <a:pt x="0" y="0"/>
                </a:moveTo>
                <a:lnTo>
                  <a:pt x="1008042" y="0"/>
                </a:lnTo>
                <a:lnTo>
                  <a:pt x="1129938" y="0"/>
                </a:lnTo>
                <a:lnTo>
                  <a:pt x="2587479" y="0"/>
                </a:lnTo>
                <a:cubicBezTo>
                  <a:pt x="2805560" y="0"/>
                  <a:pt x="2982350" y="176790"/>
                  <a:pt x="2982350" y="394871"/>
                </a:cubicBezTo>
                <a:lnTo>
                  <a:pt x="2982350" y="4458483"/>
                </a:lnTo>
                <a:cubicBezTo>
                  <a:pt x="2982350" y="4676564"/>
                  <a:pt x="2805560" y="4853354"/>
                  <a:pt x="2587479" y="4853354"/>
                </a:cubicBezTo>
                <a:lnTo>
                  <a:pt x="1129938" y="4853354"/>
                </a:lnTo>
                <a:lnTo>
                  <a:pt x="1008042" y="4853354"/>
                </a:lnTo>
                <a:lnTo>
                  <a:pt x="0" y="4853354"/>
                </a:lnTo>
                <a:close/>
              </a:path>
            </a:pathLst>
          </a:custGeom>
          <a:solidFill>
            <a:srgbClr val="162235"/>
          </a:solidFill>
          <a:ln>
            <a:noFill/>
          </a:ln>
          <a:effectLst>
            <a:outerShdw blurRad="50800" dist="38100" dir="18900000" algn="bl" rotWithShape="0">
              <a:srgbClr val="000000">
                <a:alpha val="40000"/>
              </a:srgbClr>
            </a:outerShdw>
          </a:effectLst>
        </p:spPr>
        <p:txBody>
          <a:bodyPr spcFirstLastPara="1" wrap="square" lIns="91425" tIns="45700" rIns="91425" bIns="45700" anchor="t" anchorCtr="0">
            <a:noAutofit/>
          </a:bodyPr>
          <a:lstStyle/>
          <a:p>
            <a:pPr marL="0" marR="0" lvl="0" indent="0" algn="ctr" rtl="1">
              <a:spcBef>
                <a:spcPts val="0"/>
              </a:spcBef>
              <a:spcAft>
                <a:spcPts val="0"/>
              </a:spcAft>
              <a:buNone/>
            </a:pPr>
            <a:endParaRPr sz="1800" b="0" i="0" u="none" strike="noStrike" cap="none">
              <a:solidFill>
                <a:srgbClr val="595959"/>
              </a:solidFill>
              <a:latin typeface="Arial"/>
              <a:ea typeface="Arial"/>
              <a:cs typeface="Arial"/>
              <a:sym typeface="Arial"/>
            </a:endParaRPr>
          </a:p>
          <a:p>
            <a:pPr marL="0" marR="0" lvl="0" indent="0" algn="ctr" rtl="1">
              <a:spcBef>
                <a:spcPts val="0"/>
              </a:spcBef>
              <a:spcAft>
                <a:spcPts val="0"/>
              </a:spcAft>
              <a:buNone/>
            </a:pPr>
            <a:endParaRPr sz="1800" b="1" i="0" u="none" strike="noStrike" cap="none">
              <a:solidFill>
                <a:srgbClr val="595959"/>
              </a:solidFill>
              <a:latin typeface="Century Gothic"/>
              <a:ea typeface="Century Gothic"/>
              <a:cs typeface="Century Gothic"/>
              <a:sym typeface="Century Gothic"/>
            </a:endParaRPr>
          </a:p>
        </p:txBody>
      </p:sp>
      <p:grpSp>
        <p:nvGrpSpPr>
          <p:cNvPr id="236" name="Google Shape;236;p12"/>
          <p:cNvGrpSpPr/>
          <p:nvPr/>
        </p:nvGrpSpPr>
        <p:grpSpPr>
          <a:xfrm rot="10800000" flipH="1">
            <a:off x="823877" y="2731737"/>
            <a:ext cx="5208942" cy="1153910"/>
            <a:chOff x="1079059" y="2228500"/>
            <a:chExt cx="2072633" cy="1312681"/>
          </a:xfrm>
        </p:grpSpPr>
        <p:sp>
          <p:nvSpPr>
            <p:cNvPr id="237" name="Google Shape;237;p12"/>
            <p:cNvSpPr/>
            <p:nvPr/>
          </p:nvSpPr>
          <p:spPr>
            <a:xfrm>
              <a:off x="2897090" y="2228500"/>
              <a:ext cx="254602" cy="254597"/>
            </a:xfrm>
            <a:custGeom>
              <a:avLst/>
              <a:gdLst/>
              <a:ahLst/>
              <a:cxnLst/>
              <a:rect l="l" t="t" r="r" b="b"/>
              <a:pathLst>
                <a:path w="432555" h="432546" extrusionOk="0">
                  <a:moveTo>
                    <a:pt x="432555" y="0"/>
                  </a:moveTo>
                  <a:lnTo>
                    <a:pt x="432555" y="432546"/>
                  </a:lnTo>
                  <a:lnTo>
                    <a:pt x="0" y="432546"/>
                  </a:lnTo>
                  <a:cubicBezTo>
                    <a:pt x="209032" y="432546"/>
                    <a:pt x="383434" y="284274"/>
                    <a:pt x="423768" y="87165"/>
                  </a:cubicBezTo>
                  <a:close/>
                </a:path>
              </a:pathLst>
            </a:custGeom>
            <a:solidFill>
              <a:srgbClr val="FFFFF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sp>
          <p:nvSpPr>
            <p:cNvPr id="238" name="Google Shape;238;p12"/>
            <p:cNvSpPr/>
            <p:nvPr/>
          </p:nvSpPr>
          <p:spPr>
            <a:xfrm rot="-5400000">
              <a:off x="1713633" y="1848524"/>
              <a:ext cx="803485" cy="2072633"/>
            </a:xfrm>
            <a:prstGeom prst="round2SameRect">
              <a:avLst>
                <a:gd name="adj1" fmla="val 50000"/>
                <a:gd name="adj2" fmla="val 0"/>
              </a:avLst>
            </a:prstGeom>
            <a:solidFill>
              <a:srgbClr val="FFFFF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sp>
          <p:nvSpPr>
            <p:cNvPr id="239" name="Google Shape;239;p12"/>
            <p:cNvSpPr/>
            <p:nvPr/>
          </p:nvSpPr>
          <p:spPr>
            <a:xfrm rot="10800000" flipH="1">
              <a:off x="2897090" y="3286584"/>
              <a:ext cx="254602" cy="254597"/>
            </a:xfrm>
            <a:custGeom>
              <a:avLst/>
              <a:gdLst/>
              <a:ahLst/>
              <a:cxnLst/>
              <a:rect l="l" t="t" r="r" b="b"/>
              <a:pathLst>
                <a:path w="432555" h="432546" extrusionOk="0">
                  <a:moveTo>
                    <a:pt x="432555" y="0"/>
                  </a:moveTo>
                  <a:lnTo>
                    <a:pt x="432555" y="432546"/>
                  </a:lnTo>
                  <a:lnTo>
                    <a:pt x="0" y="432546"/>
                  </a:lnTo>
                  <a:cubicBezTo>
                    <a:pt x="209032" y="432546"/>
                    <a:pt x="383434" y="284274"/>
                    <a:pt x="423768" y="87165"/>
                  </a:cubicBezTo>
                  <a:close/>
                </a:path>
              </a:pathLst>
            </a:custGeom>
            <a:solidFill>
              <a:srgbClr val="FFFFF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grpSp>
      <p:sp>
        <p:nvSpPr>
          <p:cNvPr id="246" name="Google Shape;246;p12">
            <a:hlinkClick r:id="rId3" action="ppaction://hlinksldjump"/>
          </p:cNvPr>
          <p:cNvSpPr/>
          <p:nvPr/>
        </p:nvSpPr>
        <p:spPr>
          <a:xfrm>
            <a:off x="10661987" y="413656"/>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247" name="Google Shape;247;p12"/>
          <p:cNvPicPr preferRelativeResize="0"/>
          <p:nvPr/>
        </p:nvPicPr>
        <p:blipFill rotWithShape="1">
          <a:blip r:embed="rId4">
            <a:alphaModFix/>
          </a:blip>
          <a:srcRect/>
          <a:stretch/>
        </p:blipFill>
        <p:spPr>
          <a:xfrm>
            <a:off x="80151" y="5769807"/>
            <a:ext cx="1215571" cy="1088193"/>
          </a:xfrm>
          <a:prstGeom prst="rect">
            <a:avLst/>
          </a:prstGeom>
          <a:noFill/>
          <a:ln>
            <a:noFill/>
          </a:ln>
        </p:spPr>
      </p:pic>
      <p:grpSp>
        <p:nvGrpSpPr>
          <p:cNvPr id="248" name="Google Shape;248;p12"/>
          <p:cNvGrpSpPr/>
          <p:nvPr/>
        </p:nvGrpSpPr>
        <p:grpSpPr>
          <a:xfrm>
            <a:off x="830479" y="2470719"/>
            <a:ext cx="5121368" cy="2828812"/>
            <a:chOff x="830479" y="2470719"/>
            <a:chExt cx="5121368" cy="2828812"/>
          </a:xfrm>
        </p:grpSpPr>
        <p:sp>
          <p:nvSpPr>
            <p:cNvPr id="249" name="Google Shape;249;p12"/>
            <p:cNvSpPr txBox="1"/>
            <p:nvPr/>
          </p:nvSpPr>
          <p:spPr>
            <a:xfrm>
              <a:off x="904087" y="2470719"/>
              <a:ext cx="5004474"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1- Data Cleaning</a:t>
              </a:r>
              <a:endParaRPr sz="1800" b="1" i="0" u="none" strike="noStrike" cap="none" dirty="0">
                <a:solidFill>
                  <a:schemeClr val="bg1">
                    <a:lumMod val="95000"/>
                  </a:schemeClr>
                </a:solidFill>
                <a:latin typeface="Century Gothic"/>
                <a:ea typeface="Century Gothic"/>
                <a:cs typeface="Century Gothic"/>
                <a:sym typeface="Century Gothic"/>
              </a:endParaRPr>
            </a:p>
          </p:txBody>
        </p:sp>
        <p:sp>
          <p:nvSpPr>
            <p:cNvPr id="250" name="Google Shape;250;p12"/>
            <p:cNvSpPr txBox="1"/>
            <p:nvPr/>
          </p:nvSpPr>
          <p:spPr>
            <a:xfrm>
              <a:off x="830479" y="3096525"/>
              <a:ext cx="5004474"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a:solidFill>
                    <a:srgbClr val="595959"/>
                  </a:solidFill>
                  <a:latin typeface="Century Gothic"/>
                  <a:ea typeface="Century Gothic"/>
                  <a:cs typeface="Century Gothic"/>
                  <a:sym typeface="Century Gothic"/>
                </a:rPr>
                <a:t>2- Table Cutting</a:t>
              </a:r>
              <a:endParaRPr sz="1800" b="1" i="0" u="none" strike="noStrike" cap="none">
                <a:solidFill>
                  <a:srgbClr val="595959"/>
                </a:solidFill>
                <a:latin typeface="Century Gothic"/>
                <a:ea typeface="Century Gothic"/>
                <a:cs typeface="Century Gothic"/>
                <a:sym typeface="Century Gothic"/>
              </a:endParaRPr>
            </a:p>
          </p:txBody>
        </p:sp>
        <p:sp>
          <p:nvSpPr>
            <p:cNvPr id="251" name="Google Shape;251;p12"/>
            <p:cNvSpPr txBox="1"/>
            <p:nvPr/>
          </p:nvSpPr>
          <p:spPr>
            <a:xfrm>
              <a:off x="947373" y="3727002"/>
              <a:ext cx="5004474"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3- Create Column </a:t>
              </a:r>
              <a:r>
                <a:rPr lang="en-US" sz="1800" b="1" dirty="0">
                  <a:solidFill>
                    <a:schemeClr val="bg1">
                      <a:lumMod val="95000"/>
                    </a:schemeClr>
                  </a:solidFill>
                  <a:latin typeface="Century Gothic"/>
                  <a:ea typeface="Century Gothic"/>
                  <a:cs typeface="Century Gothic"/>
                  <a:sym typeface="Century Gothic"/>
                </a:rPr>
                <a:t>by power Query</a:t>
              </a:r>
              <a:endParaRPr lang="en-US" sz="1800" dirty="0">
                <a:solidFill>
                  <a:schemeClr val="bg1">
                    <a:lumMod val="95000"/>
                  </a:schemeClr>
                </a:solidFill>
              </a:endParaRPr>
            </a:p>
          </p:txBody>
        </p:sp>
        <p:sp>
          <p:nvSpPr>
            <p:cNvPr id="252" name="Google Shape;252;p12"/>
            <p:cNvSpPr txBox="1"/>
            <p:nvPr/>
          </p:nvSpPr>
          <p:spPr>
            <a:xfrm>
              <a:off x="1184565" y="4328858"/>
              <a:ext cx="4723996"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4- Create Measures</a:t>
              </a:r>
              <a:endParaRPr sz="1800" b="1" i="0" u="none" strike="noStrike" cap="none" dirty="0">
                <a:solidFill>
                  <a:schemeClr val="bg1">
                    <a:lumMod val="95000"/>
                  </a:schemeClr>
                </a:solidFill>
                <a:latin typeface="Century Gothic"/>
                <a:ea typeface="Century Gothic"/>
                <a:cs typeface="Century Gothic"/>
                <a:sym typeface="Century Gothic"/>
              </a:endParaRPr>
            </a:p>
          </p:txBody>
        </p:sp>
        <p:sp>
          <p:nvSpPr>
            <p:cNvPr id="253" name="Google Shape;253;p12"/>
            <p:cNvSpPr txBox="1"/>
            <p:nvPr/>
          </p:nvSpPr>
          <p:spPr>
            <a:xfrm>
              <a:off x="1218748" y="4930199"/>
              <a:ext cx="4723996"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5- Creating relations</a:t>
              </a:r>
              <a:endParaRPr sz="1800" b="1" i="0" u="none" strike="noStrike" cap="none" dirty="0">
                <a:solidFill>
                  <a:schemeClr val="bg1">
                    <a:lumMod val="95000"/>
                  </a:schemeClr>
                </a:solidFill>
                <a:latin typeface="Century Gothic"/>
                <a:ea typeface="Century Gothic"/>
                <a:cs typeface="Century Gothic"/>
                <a:sym typeface="Century Gothic"/>
              </a:endParaRPr>
            </a:p>
          </p:txBody>
        </p:sp>
      </p:grpSp>
      <p:pic>
        <p:nvPicPr>
          <p:cNvPr id="3" name="Picture 2">
            <a:extLst>
              <a:ext uri="{FF2B5EF4-FFF2-40B4-BE49-F238E27FC236}">
                <a16:creationId xmlns:a16="http://schemas.microsoft.com/office/drawing/2014/main" id="{FDB91C04-A6F3-2AB7-3764-7CFC73684ACF}"/>
              </a:ext>
            </a:extLst>
          </p:cNvPr>
          <p:cNvPicPr>
            <a:picLocks noChangeAspect="1"/>
          </p:cNvPicPr>
          <p:nvPr/>
        </p:nvPicPr>
        <p:blipFill>
          <a:blip r:embed="rId5"/>
          <a:stretch>
            <a:fillRect/>
          </a:stretch>
        </p:blipFill>
        <p:spPr>
          <a:xfrm>
            <a:off x="6612973" y="1333092"/>
            <a:ext cx="3657600" cy="2057400"/>
          </a:xfrm>
          <a:prstGeom prst="rect">
            <a:avLst/>
          </a:prstGeom>
        </p:spPr>
      </p:pic>
      <p:pic>
        <p:nvPicPr>
          <p:cNvPr id="7" name="Picture 6">
            <a:extLst>
              <a:ext uri="{FF2B5EF4-FFF2-40B4-BE49-F238E27FC236}">
                <a16:creationId xmlns:a16="http://schemas.microsoft.com/office/drawing/2014/main" id="{783189AC-9C1E-F5E1-6CF1-5D5D65F75009}"/>
              </a:ext>
            </a:extLst>
          </p:cNvPr>
          <p:cNvPicPr>
            <a:picLocks noChangeAspect="1"/>
          </p:cNvPicPr>
          <p:nvPr/>
        </p:nvPicPr>
        <p:blipFill>
          <a:blip r:embed="rId6"/>
          <a:srcRect l="74141"/>
          <a:stretch>
            <a:fillRect/>
          </a:stretch>
        </p:blipFill>
        <p:spPr>
          <a:xfrm>
            <a:off x="8020050" y="1745292"/>
            <a:ext cx="3224577" cy="45501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4"/>
                                        </p:tgtEl>
                                        <p:attrNameLst>
                                          <p:attrName>style.visibility</p:attrName>
                                        </p:attrNameLst>
                                      </p:cBhvr>
                                      <p:to>
                                        <p:strVal val="visible"/>
                                      </p:to>
                                    </p:set>
                                    <p:animEffect transition="in" filter="fade">
                                      <p:cBhvr>
                                        <p:cTn id="7" dur="250"/>
                                        <p:tgtEl>
                                          <p:spTgt spid="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257"/>
        <p:cNvGrpSpPr/>
        <p:nvPr/>
      </p:nvGrpSpPr>
      <p:grpSpPr>
        <a:xfrm>
          <a:off x="0" y="0"/>
          <a:ext cx="0" cy="0"/>
          <a:chOff x="0" y="0"/>
          <a:chExt cx="0" cy="0"/>
        </a:xfrm>
      </p:grpSpPr>
      <p:sp>
        <p:nvSpPr>
          <p:cNvPr id="259" name="Google Shape;259;p13"/>
          <p:cNvSpPr/>
          <p:nvPr/>
        </p:nvSpPr>
        <p:spPr>
          <a:xfrm>
            <a:off x="6002963" y="1079538"/>
            <a:ext cx="5855207" cy="5364806"/>
          </a:xfrm>
          <a:prstGeom prst="roundRect">
            <a:avLst>
              <a:gd name="adj" fmla="val 16667"/>
            </a:avLst>
          </a:prstGeom>
          <a:solidFill>
            <a:schemeClr val="lt1"/>
          </a:solidFill>
          <a:ln>
            <a:noFill/>
          </a:ln>
          <a:effectLst>
            <a:outerShdw blurRad="50800" dist="38100" dir="18900000" algn="bl" rotWithShape="0">
              <a:srgbClr val="000000">
                <a:alpha val="40000"/>
              </a:srgbClr>
            </a:outerShdw>
          </a:effectLst>
        </p:spPr>
        <p:txBody>
          <a:bodyPr spcFirstLastPara="1" wrap="square" lIns="91425" tIns="0" rIns="91425" bIns="0" anchor="t" anchorCtr="0">
            <a:noAutofit/>
          </a:bodyPr>
          <a:lstStyle/>
          <a:p>
            <a:pPr marL="0" marR="0" lvl="0" indent="0" algn="r" rtl="1">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260" name="Google Shape;260;p13"/>
          <p:cNvSpPr/>
          <p:nvPr/>
        </p:nvSpPr>
        <p:spPr>
          <a:xfrm rot="10800000">
            <a:off x="605219" y="1971608"/>
            <a:ext cx="5397744" cy="3874332"/>
          </a:xfrm>
          <a:custGeom>
            <a:avLst/>
            <a:gdLst/>
            <a:ahLst/>
            <a:cxnLst/>
            <a:rect l="l" t="t" r="r" b="b"/>
            <a:pathLst>
              <a:path w="2982350" h="4853354" extrusionOk="0">
                <a:moveTo>
                  <a:pt x="0" y="0"/>
                </a:moveTo>
                <a:lnTo>
                  <a:pt x="1008042" y="0"/>
                </a:lnTo>
                <a:lnTo>
                  <a:pt x="1129938" y="0"/>
                </a:lnTo>
                <a:lnTo>
                  <a:pt x="2587479" y="0"/>
                </a:lnTo>
                <a:cubicBezTo>
                  <a:pt x="2805560" y="0"/>
                  <a:pt x="2982350" y="176790"/>
                  <a:pt x="2982350" y="394871"/>
                </a:cubicBezTo>
                <a:lnTo>
                  <a:pt x="2982350" y="4458483"/>
                </a:lnTo>
                <a:cubicBezTo>
                  <a:pt x="2982350" y="4676564"/>
                  <a:pt x="2805560" y="4853354"/>
                  <a:pt x="2587479" y="4853354"/>
                </a:cubicBezTo>
                <a:lnTo>
                  <a:pt x="1129938" y="4853354"/>
                </a:lnTo>
                <a:lnTo>
                  <a:pt x="1008042" y="4853354"/>
                </a:lnTo>
                <a:lnTo>
                  <a:pt x="0" y="4853354"/>
                </a:lnTo>
                <a:close/>
              </a:path>
            </a:pathLst>
          </a:custGeom>
          <a:solidFill>
            <a:srgbClr val="162235"/>
          </a:solidFill>
          <a:ln>
            <a:noFill/>
          </a:ln>
          <a:effectLst>
            <a:outerShdw blurRad="50800" dist="38100" dir="18900000" algn="bl" rotWithShape="0">
              <a:srgbClr val="000000">
                <a:alpha val="40000"/>
              </a:srgbClr>
            </a:outerShdw>
          </a:effectLst>
        </p:spPr>
        <p:txBody>
          <a:bodyPr spcFirstLastPara="1" wrap="square" lIns="91425" tIns="45700" rIns="91425" bIns="45700" anchor="t" anchorCtr="0">
            <a:noAutofit/>
          </a:bodyPr>
          <a:lstStyle/>
          <a:p>
            <a:pPr marL="0" marR="0" lvl="0" indent="0" algn="ctr" rtl="1">
              <a:spcBef>
                <a:spcPts val="0"/>
              </a:spcBef>
              <a:spcAft>
                <a:spcPts val="0"/>
              </a:spcAft>
              <a:buNone/>
            </a:pPr>
            <a:endParaRPr sz="1800" b="0" i="0" u="none" strike="noStrike" cap="none">
              <a:solidFill>
                <a:srgbClr val="595959"/>
              </a:solidFill>
              <a:latin typeface="Arial"/>
              <a:ea typeface="Arial"/>
              <a:cs typeface="Arial"/>
              <a:sym typeface="Arial"/>
            </a:endParaRPr>
          </a:p>
          <a:p>
            <a:pPr marL="0" marR="0" lvl="0" indent="0" algn="ctr" rtl="1">
              <a:spcBef>
                <a:spcPts val="0"/>
              </a:spcBef>
              <a:spcAft>
                <a:spcPts val="0"/>
              </a:spcAft>
              <a:buNone/>
            </a:pPr>
            <a:endParaRPr sz="1800" b="1" i="0" u="none" strike="noStrike" cap="none">
              <a:solidFill>
                <a:srgbClr val="595959"/>
              </a:solidFill>
              <a:latin typeface="Century Gothic"/>
              <a:ea typeface="Century Gothic"/>
              <a:cs typeface="Century Gothic"/>
              <a:sym typeface="Century Gothic"/>
            </a:endParaRPr>
          </a:p>
        </p:txBody>
      </p:sp>
      <p:grpSp>
        <p:nvGrpSpPr>
          <p:cNvPr id="261" name="Google Shape;261;p13"/>
          <p:cNvGrpSpPr/>
          <p:nvPr/>
        </p:nvGrpSpPr>
        <p:grpSpPr>
          <a:xfrm rot="10800000" flipH="1">
            <a:off x="801853" y="3343582"/>
            <a:ext cx="5208942" cy="1153910"/>
            <a:chOff x="1079059" y="2228500"/>
            <a:chExt cx="2072633" cy="1312681"/>
          </a:xfrm>
        </p:grpSpPr>
        <p:sp>
          <p:nvSpPr>
            <p:cNvPr id="262" name="Google Shape;262;p13"/>
            <p:cNvSpPr/>
            <p:nvPr/>
          </p:nvSpPr>
          <p:spPr>
            <a:xfrm>
              <a:off x="2897090" y="2228500"/>
              <a:ext cx="254602" cy="254597"/>
            </a:xfrm>
            <a:custGeom>
              <a:avLst/>
              <a:gdLst/>
              <a:ahLst/>
              <a:cxnLst/>
              <a:rect l="l" t="t" r="r" b="b"/>
              <a:pathLst>
                <a:path w="432555" h="432546" extrusionOk="0">
                  <a:moveTo>
                    <a:pt x="432555" y="0"/>
                  </a:moveTo>
                  <a:lnTo>
                    <a:pt x="432555" y="432546"/>
                  </a:lnTo>
                  <a:lnTo>
                    <a:pt x="0" y="432546"/>
                  </a:lnTo>
                  <a:cubicBezTo>
                    <a:pt x="209032" y="432546"/>
                    <a:pt x="383434" y="284274"/>
                    <a:pt x="423768" y="87165"/>
                  </a:cubicBezTo>
                  <a:close/>
                </a:path>
              </a:pathLst>
            </a:custGeom>
            <a:solidFill>
              <a:srgbClr val="FFFFF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sp>
          <p:nvSpPr>
            <p:cNvPr id="263" name="Google Shape;263;p13"/>
            <p:cNvSpPr/>
            <p:nvPr/>
          </p:nvSpPr>
          <p:spPr>
            <a:xfrm rot="-5400000">
              <a:off x="1713633" y="1848524"/>
              <a:ext cx="803485" cy="2072633"/>
            </a:xfrm>
            <a:prstGeom prst="round2SameRect">
              <a:avLst>
                <a:gd name="adj1" fmla="val 50000"/>
                <a:gd name="adj2" fmla="val 0"/>
              </a:avLst>
            </a:prstGeom>
            <a:solidFill>
              <a:srgbClr val="FFFFF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sp>
          <p:nvSpPr>
            <p:cNvPr id="264" name="Google Shape;264;p13"/>
            <p:cNvSpPr/>
            <p:nvPr/>
          </p:nvSpPr>
          <p:spPr>
            <a:xfrm rot="10800000" flipH="1">
              <a:off x="2897090" y="3286584"/>
              <a:ext cx="254602" cy="254597"/>
            </a:xfrm>
            <a:custGeom>
              <a:avLst/>
              <a:gdLst/>
              <a:ahLst/>
              <a:cxnLst/>
              <a:rect l="l" t="t" r="r" b="b"/>
              <a:pathLst>
                <a:path w="432555" h="432546" extrusionOk="0">
                  <a:moveTo>
                    <a:pt x="432555" y="0"/>
                  </a:moveTo>
                  <a:lnTo>
                    <a:pt x="432555" y="432546"/>
                  </a:lnTo>
                  <a:lnTo>
                    <a:pt x="0" y="432546"/>
                  </a:lnTo>
                  <a:cubicBezTo>
                    <a:pt x="209032" y="432546"/>
                    <a:pt x="383434" y="284274"/>
                    <a:pt x="423768" y="87165"/>
                  </a:cubicBezTo>
                  <a:close/>
                </a:path>
              </a:pathLst>
            </a:custGeom>
            <a:solidFill>
              <a:srgbClr val="FFFFF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grpSp>
      <p:pic>
        <p:nvPicPr>
          <p:cNvPr id="268" name="Google Shape;268;p13"/>
          <p:cNvPicPr preferRelativeResize="0"/>
          <p:nvPr/>
        </p:nvPicPr>
        <p:blipFill rotWithShape="1">
          <a:blip r:embed="rId3">
            <a:alphaModFix/>
          </a:blip>
          <a:srcRect/>
          <a:stretch/>
        </p:blipFill>
        <p:spPr>
          <a:xfrm>
            <a:off x="80151" y="5769807"/>
            <a:ext cx="1215571" cy="1088193"/>
          </a:xfrm>
          <a:prstGeom prst="rect">
            <a:avLst/>
          </a:prstGeom>
          <a:noFill/>
          <a:ln>
            <a:noFill/>
          </a:ln>
        </p:spPr>
      </p:pic>
      <p:grpSp>
        <p:nvGrpSpPr>
          <p:cNvPr id="269" name="Google Shape;269;p13"/>
          <p:cNvGrpSpPr/>
          <p:nvPr/>
        </p:nvGrpSpPr>
        <p:grpSpPr>
          <a:xfrm>
            <a:off x="830479" y="2470719"/>
            <a:ext cx="5121368" cy="2828812"/>
            <a:chOff x="830479" y="2470719"/>
            <a:chExt cx="5121368" cy="2828812"/>
          </a:xfrm>
        </p:grpSpPr>
        <p:sp>
          <p:nvSpPr>
            <p:cNvPr id="270" name="Google Shape;270;p13"/>
            <p:cNvSpPr txBox="1"/>
            <p:nvPr/>
          </p:nvSpPr>
          <p:spPr>
            <a:xfrm>
              <a:off x="904087" y="2470719"/>
              <a:ext cx="5004474"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1- Data Cleaning</a:t>
              </a:r>
              <a:endParaRPr sz="1800" b="1" i="0" u="none" strike="noStrike" cap="none" dirty="0">
                <a:solidFill>
                  <a:schemeClr val="bg1">
                    <a:lumMod val="95000"/>
                  </a:schemeClr>
                </a:solidFill>
                <a:latin typeface="Century Gothic"/>
                <a:ea typeface="Century Gothic"/>
                <a:cs typeface="Century Gothic"/>
                <a:sym typeface="Century Gothic"/>
              </a:endParaRPr>
            </a:p>
          </p:txBody>
        </p:sp>
        <p:sp>
          <p:nvSpPr>
            <p:cNvPr id="271" name="Google Shape;271;p13"/>
            <p:cNvSpPr txBox="1"/>
            <p:nvPr/>
          </p:nvSpPr>
          <p:spPr>
            <a:xfrm>
              <a:off x="830479" y="3096525"/>
              <a:ext cx="5004474"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2- Table Cutting</a:t>
              </a:r>
              <a:endParaRPr sz="1800" b="1" i="0" u="none" strike="noStrike" cap="none" dirty="0">
                <a:solidFill>
                  <a:schemeClr val="bg1">
                    <a:lumMod val="95000"/>
                  </a:schemeClr>
                </a:solidFill>
                <a:latin typeface="Century Gothic"/>
                <a:ea typeface="Century Gothic"/>
                <a:cs typeface="Century Gothic"/>
                <a:sym typeface="Century Gothic"/>
              </a:endParaRPr>
            </a:p>
          </p:txBody>
        </p:sp>
        <p:sp>
          <p:nvSpPr>
            <p:cNvPr id="272" name="Google Shape;272;p13"/>
            <p:cNvSpPr txBox="1"/>
            <p:nvPr/>
          </p:nvSpPr>
          <p:spPr>
            <a:xfrm>
              <a:off x="947373" y="3727002"/>
              <a:ext cx="5004474" cy="369291"/>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rgbClr val="595959"/>
                  </a:solidFill>
                  <a:latin typeface="Century Gothic"/>
                  <a:ea typeface="Century Gothic"/>
                  <a:cs typeface="Century Gothic"/>
                  <a:sym typeface="Century Gothic"/>
                </a:rPr>
                <a:t>3- Create  calculated Columns  </a:t>
              </a:r>
              <a:endParaRPr lang="en-US" sz="1800" dirty="0"/>
            </a:p>
          </p:txBody>
        </p:sp>
        <p:sp>
          <p:nvSpPr>
            <p:cNvPr id="273" name="Google Shape;273;p13"/>
            <p:cNvSpPr txBox="1"/>
            <p:nvPr/>
          </p:nvSpPr>
          <p:spPr>
            <a:xfrm>
              <a:off x="1184565" y="4328858"/>
              <a:ext cx="4723996"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4- Create Measures</a:t>
              </a:r>
              <a:endParaRPr sz="1800" b="1" i="0" u="none" strike="noStrike" cap="none" dirty="0">
                <a:solidFill>
                  <a:schemeClr val="bg1">
                    <a:lumMod val="95000"/>
                  </a:schemeClr>
                </a:solidFill>
                <a:latin typeface="Century Gothic"/>
                <a:ea typeface="Century Gothic"/>
                <a:cs typeface="Century Gothic"/>
                <a:sym typeface="Century Gothic"/>
              </a:endParaRPr>
            </a:p>
          </p:txBody>
        </p:sp>
        <p:sp>
          <p:nvSpPr>
            <p:cNvPr id="274" name="Google Shape;274;p13"/>
            <p:cNvSpPr txBox="1"/>
            <p:nvPr/>
          </p:nvSpPr>
          <p:spPr>
            <a:xfrm>
              <a:off x="1218748" y="4930199"/>
              <a:ext cx="4723996"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5- Creating relations</a:t>
              </a:r>
              <a:endParaRPr sz="1800" b="1" i="0" u="none" strike="noStrike" cap="none" dirty="0">
                <a:solidFill>
                  <a:schemeClr val="bg1">
                    <a:lumMod val="95000"/>
                  </a:schemeClr>
                </a:solidFill>
                <a:latin typeface="Century Gothic"/>
                <a:ea typeface="Century Gothic"/>
                <a:cs typeface="Century Gothic"/>
                <a:sym typeface="Century Gothic"/>
              </a:endParaRPr>
            </a:p>
          </p:txBody>
        </p:sp>
      </p:grpSp>
      <p:pic>
        <p:nvPicPr>
          <p:cNvPr id="5" name="Picture 4">
            <a:extLst>
              <a:ext uri="{FF2B5EF4-FFF2-40B4-BE49-F238E27FC236}">
                <a16:creationId xmlns:a16="http://schemas.microsoft.com/office/drawing/2014/main" id="{1BF67C75-EF15-E27F-5341-EA7F0CE5ADD5}"/>
              </a:ext>
            </a:extLst>
          </p:cNvPr>
          <p:cNvPicPr>
            <a:picLocks noChangeAspect="1"/>
          </p:cNvPicPr>
          <p:nvPr/>
        </p:nvPicPr>
        <p:blipFill>
          <a:blip r:embed="rId4"/>
          <a:srcRect l="76857"/>
          <a:stretch>
            <a:fillRect/>
          </a:stretch>
        </p:blipFill>
        <p:spPr>
          <a:xfrm>
            <a:off x="7289302" y="1409799"/>
            <a:ext cx="3646555" cy="4484687"/>
          </a:xfrm>
          <a:prstGeom prst="rect">
            <a:avLst/>
          </a:prstGeom>
        </p:spPr>
      </p:pic>
      <p:sp>
        <p:nvSpPr>
          <p:cNvPr id="8" name="Google Shape;126;p4">
            <a:extLst>
              <a:ext uri="{FF2B5EF4-FFF2-40B4-BE49-F238E27FC236}">
                <a16:creationId xmlns:a16="http://schemas.microsoft.com/office/drawing/2014/main" id="{0315B4EF-C55E-9801-5E4A-1548369C92F2}"/>
              </a:ext>
            </a:extLst>
          </p:cNvPr>
          <p:cNvSpPr/>
          <p:nvPr/>
        </p:nvSpPr>
        <p:spPr>
          <a:xfrm>
            <a:off x="508000" y="335488"/>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u="sng" dirty="0">
                <a:solidFill>
                  <a:schemeClr val="bg1">
                    <a:lumMod val="95000"/>
                  </a:schemeClr>
                </a:solidFill>
                <a:latin typeface="Calibri"/>
                <a:ea typeface="Calibri"/>
                <a:cs typeface="Calibri"/>
                <a:sym typeface="Calibri"/>
              </a:rPr>
              <a:t>Under Standing the Data</a:t>
            </a:r>
          </a:p>
          <a:p>
            <a:pPr lvl="0" algn="ctr">
              <a:buClr>
                <a:srgbClr val="7030A0"/>
              </a:buClr>
              <a:buSzPts val="2800"/>
            </a:pPr>
            <a:r>
              <a:rPr lang="en-US" sz="2000" dirty="0">
                <a:solidFill>
                  <a:schemeClr val="bg1">
                    <a:lumMod val="95000"/>
                  </a:schemeClr>
                </a:solidFill>
              </a:rPr>
              <a:t>                                       Dataset • Preprocessing • Modeling</a:t>
            </a:r>
            <a:endParaRPr lang="en-US" sz="2000" u="sng" dirty="0">
              <a:solidFill>
                <a:schemeClr val="bg1">
                  <a:lumMod val="95000"/>
                </a:schemeClr>
              </a:solidFill>
              <a:latin typeface="Calibri"/>
              <a:ea typeface="Calibri"/>
              <a:cs typeface="Calibri"/>
              <a:sym typeface="Calibri"/>
            </a:endParaRPr>
          </a:p>
        </p:txBody>
      </p:sp>
      <p:sp>
        <p:nvSpPr>
          <p:cNvPr id="9" name="Google Shape;246;p12">
            <a:hlinkClick r:id="rId5" action="ppaction://hlinksldjump"/>
            <a:extLst>
              <a:ext uri="{FF2B5EF4-FFF2-40B4-BE49-F238E27FC236}">
                <a16:creationId xmlns:a16="http://schemas.microsoft.com/office/drawing/2014/main" id="{9E88D5A5-CB8A-A357-D14F-8172B5D6C1ED}"/>
              </a:ext>
            </a:extLst>
          </p:cNvPr>
          <p:cNvSpPr/>
          <p:nvPr/>
        </p:nvSpPr>
        <p:spPr>
          <a:xfrm>
            <a:off x="10661987" y="413656"/>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59"/>
                                        </p:tgtEl>
                                        <p:attrNameLst>
                                          <p:attrName>style.visibility</p:attrName>
                                        </p:attrNameLst>
                                      </p:cBhvr>
                                      <p:to>
                                        <p:strVal val="visible"/>
                                      </p:to>
                                    </p:set>
                                    <p:animEffect transition="in" filter="fade">
                                      <p:cBhvr>
                                        <p:cTn id="7" dur="250"/>
                                        <p:tgtEl>
                                          <p:spTgt spid="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278"/>
        <p:cNvGrpSpPr/>
        <p:nvPr/>
      </p:nvGrpSpPr>
      <p:grpSpPr>
        <a:xfrm>
          <a:off x="0" y="0"/>
          <a:ext cx="0" cy="0"/>
          <a:chOff x="0" y="0"/>
          <a:chExt cx="0" cy="0"/>
        </a:xfrm>
      </p:grpSpPr>
      <p:sp>
        <p:nvSpPr>
          <p:cNvPr id="280" name="Google Shape;280;p14"/>
          <p:cNvSpPr/>
          <p:nvPr/>
        </p:nvSpPr>
        <p:spPr>
          <a:xfrm>
            <a:off x="6002963" y="1079538"/>
            <a:ext cx="5855207" cy="5364806"/>
          </a:xfrm>
          <a:prstGeom prst="roundRect">
            <a:avLst>
              <a:gd name="adj" fmla="val 16667"/>
            </a:avLst>
          </a:prstGeom>
          <a:solidFill>
            <a:schemeClr val="lt1"/>
          </a:solidFill>
          <a:ln>
            <a:noFill/>
          </a:ln>
          <a:effectLst>
            <a:outerShdw blurRad="50800" dist="38100" dir="18900000" algn="bl" rotWithShape="0">
              <a:srgbClr val="000000">
                <a:alpha val="40000"/>
              </a:srgbClr>
            </a:outerShdw>
          </a:effectLst>
        </p:spPr>
        <p:txBody>
          <a:bodyPr spcFirstLastPara="1" wrap="square" lIns="91425" tIns="0" rIns="91425" bIns="0" anchor="t" anchorCtr="0">
            <a:noAutofit/>
          </a:bodyPr>
          <a:lstStyle/>
          <a:p>
            <a:pPr marL="0" marR="0" lvl="0" indent="0" algn="r" rtl="1">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281" name="Google Shape;281;p14"/>
          <p:cNvSpPr/>
          <p:nvPr/>
        </p:nvSpPr>
        <p:spPr>
          <a:xfrm rot="10800000">
            <a:off x="605219" y="1971608"/>
            <a:ext cx="5397744" cy="3874332"/>
          </a:xfrm>
          <a:custGeom>
            <a:avLst/>
            <a:gdLst/>
            <a:ahLst/>
            <a:cxnLst/>
            <a:rect l="l" t="t" r="r" b="b"/>
            <a:pathLst>
              <a:path w="2982350" h="4853354" extrusionOk="0">
                <a:moveTo>
                  <a:pt x="0" y="0"/>
                </a:moveTo>
                <a:lnTo>
                  <a:pt x="1008042" y="0"/>
                </a:lnTo>
                <a:lnTo>
                  <a:pt x="1129938" y="0"/>
                </a:lnTo>
                <a:lnTo>
                  <a:pt x="2587479" y="0"/>
                </a:lnTo>
                <a:cubicBezTo>
                  <a:pt x="2805560" y="0"/>
                  <a:pt x="2982350" y="176790"/>
                  <a:pt x="2982350" y="394871"/>
                </a:cubicBezTo>
                <a:lnTo>
                  <a:pt x="2982350" y="4458483"/>
                </a:lnTo>
                <a:cubicBezTo>
                  <a:pt x="2982350" y="4676564"/>
                  <a:pt x="2805560" y="4853354"/>
                  <a:pt x="2587479" y="4853354"/>
                </a:cubicBezTo>
                <a:lnTo>
                  <a:pt x="1129938" y="4853354"/>
                </a:lnTo>
                <a:lnTo>
                  <a:pt x="1008042" y="4853354"/>
                </a:lnTo>
                <a:lnTo>
                  <a:pt x="0" y="4853354"/>
                </a:lnTo>
                <a:close/>
              </a:path>
            </a:pathLst>
          </a:custGeom>
          <a:solidFill>
            <a:srgbClr val="162235"/>
          </a:solidFill>
          <a:ln>
            <a:noFill/>
          </a:ln>
          <a:effectLst>
            <a:outerShdw blurRad="50800" dist="38100" dir="18900000" algn="bl" rotWithShape="0">
              <a:srgbClr val="000000">
                <a:alpha val="40000"/>
              </a:srgbClr>
            </a:outerShdw>
          </a:effectLst>
        </p:spPr>
        <p:txBody>
          <a:bodyPr spcFirstLastPara="1" wrap="square" lIns="91425" tIns="45700" rIns="91425" bIns="45700" anchor="t" anchorCtr="0">
            <a:noAutofit/>
          </a:bodyPr>
          <a:lstStyle/>
          <a:p>
            <a:pPr marL="0" marR="0" lvl="0" indent="0" algn="ctr" rtl="1">
              <a:spcBef>
                <a:spcPts val="0"/>
              </a:spcBef>
              <a:spcAft>
                <a:spcPts val="0"/>
              </a:spcAft>
              <a:buNone/>
            </a:pPr>
            <a:endParaRPr sz="1800" b="0" i="0" u="none" strike="noStrike" cap="none">
              <a:solidFill>
                <a:srgbClr val="595959"/>
              </a:solidFill>
              <a:latin typeface="Arial"/>
              <a:ea typeface="Arial"/>
              <a:cs typeface="Arial"/>
              <a:sym typeface="Arial"/>
            </a:endParaRPr>
          </a:p>
          <a:p>
            <a:pPr marL="0" marR="0" lvl="0" indent="0" algn="ctr" rtl="1">
              <a:spcBef>
                <a:spcPts val="0"/>
              </a:spcBef>
              <a:spcAft>
                <a:spcPts val="0"/>
              </a:spcAft>
              <a:buNone/>
            </a:pPr>
            <a:endParaRPr sz="1800" b="1" i="0" u="none" strike="noStrike" cap="none">
              <a:solidFill>
                <a:srgbClr val="595959"/>
              </a:solidFill>
              <a:latin typeface="Century Gothic"/>
              <a:ea typeface="Century Gothic"/>
              <a:cs typeface="Century Gothic"/>
              <a:sym typeface="Century Gothic"/>
            </a:endParaRPr>
          </a:p>
        </p:txBody>
      </p:sp>
      <p:grpSp>
        <p:nvGrpSpPr>
          <p:cNvPr id="282" name="Google Shape;282;p14"/>
          <p:cNvGrpSpPr/>
          <p:nvPr/>
        </p:nvGrpSpPr>
        <p:grpSpPr>
          <a:xfrm rot="10800000" flipH="1">
            <a:off x="797938" y="3485669"/>
            <a:ext cx="5208942" cy="1153910"/>
            <a:chOff x="1079059" y="2228500"/>
            <a:chExt cx="2072633" cy="1312681"/>
          </a:xfrm>
        </p:grpSpPr>
        <p:sp>
          <p:nvSpPr>
            <p:cNvPr id="283" name="Google Shape;283;p14"/>
            <p:cNvSpPr/>
            <p:nvPr/>
          </p:nvSpPr>
          <p:spPr>
            <a:xfrm>
              <a:off x="2897090" y="2228500"/>
              <a:ext cx="254602" cy="254597"/>
            </a:xfrm>
            <a:custGeom>
              <a:avLst/>
              <a:gdLst/>
              <a:ahLst/>
              <a:cxnLst/>
              <a:rect l="l" t="t" r="r" b="b"/>
              <a:pathLst>
                <a:path w="432555" h="432546" extrusionOk="0">
                  <a:moveTo>
                    <a:pt x="432555" y="0"/>
                  </a:moveTo>
                  <a:lnTo>
                    <a:pt x="432555" y="432546"/>
                  </a:lnTo>
                  <a:lnTo>
                    <a:pt x="0" y="432546"/>
                  </a:lnTo>
                  <a:cubicBezTo>
                    <a:pt x="209032" y="432546"/>
                    <a:pt x="383434" y="284274"/>
                    <a:pt x="423768" y="87165"/>
                  </a:cubicBezTo>
                  <a:close/>
                </a:path>
              </a:pathLst>
            </a:custGeom>
            <a:solidFill>
              <a:srgbClr val="FFFFF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sp>
          <p:nvSpPr>
            <p:cNvPr id="284" name="Google Shape;284;p14"/>
            <p:cNvSpPr/>
            <p:nvPr/>
          </p:nvSpPr>
          <p:spPr>
            <a:xfrm rot="-5400000">
              <a:off x="1713633" y="1848524"/>
              <a:ext cx="803485" cy="2072633"/>
            </a:xfrm>
            <a:prstGeom prst="round2SameRect">
              <a:avLst>
                <a:gd name="adj1" fmla="val 50000"/>
                <a:gd name="adj2" fmla="val 0"/>
              </a:avLst>
            </a:prstGeom>
            <a:solidFill>
              <a:srgbClr val="FFFFF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sp>
          <p:nvSpPr>
            <p:cNvPr id="285" name="Google Shape;285;p14"/>
            <p:cNvSpPr/>
            <p:nvPr/>
          </p:nvSpPr>
          <p:spPr>
            <a:xfrm rot="10800000" flipH="1">
              <a:off x="2897090" y="3286584"/>
              <a:ext cx="254602" cy="254597"/>
            </a:xfrm>
            <a:custGeom>
              <a:avLst/>
              <a:gdLst/>
              <a:ahLst/>
              <a:cxnLst/>
              <a:rect l="l" t="t" r="r" b="b"/>
              <a:pathLst>
                <a:path w="432555" h="432546" extrusionOk="0">
                  <a:moveTo>
                    <a:pt x="432555" y="0"/>
                  </a:moveTo>
                  <a:lnTo>
                    <a:pt x="432555" y="432546"/>
                  </a:lnTo>
                  <a:lnTo>
                    <a:pt x="0" y="432546"/>
                  </a:lnTo>
                  <a:cubicBezTo>
                    <a:pt x="209032" y="432546"/>
                    <a:pt x="383434" y="284274"/>
                    <a:pt x="423768" y="87165"/>
                  </a:cubicBezTo>
                  <a:close/>
                </a:path>
              </a:pathLst>
            </a:custGeom>
            <a:solidFill>
              <a:srgbClr val="FFFFF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grpSp>
      <p:pic>
        <p:nvPicPr>
          <p:cNvPr id="288" name="Google Shape;288;p14"/>
          <p:cNvPicPr preferRelativeResize="0"/>
          <p:nvPr/>
        </p:nvPicPr>
        <p:blipFill rotWithShape="1">
          <a:blip r:embed="rId3">
            <a:alphaModFix/>
          </a:blip>
          <a:srcRect/>
          <a:stretch/>
        </p:blipFill>
        <p:spPr>
          <a:xfrm>
            <a:off x="80151" y="5769807"/>
            <a:ext cx="1215571" cy="1088193"/>
          </a:xfrm>
          <a:prstGeom prst="rect">
            <a:avLst/>
          </a:prstGeom>
          <a:noFill/>
          <a:ln>
            <a:noFill/>
          </a:ln>
        </p:spPr>
      </p:pic>
      <p:grpSp>
        <p:nvGrpSpPr>
          <p:cNvPr id="289" name="Google Shape;289;p14"/>
          <p:cNvGrpSpPr/>
          <p:nvPr/>
        </p:nvGrpSpPr>
        <p:grpSpPr>
          <a:xfrm>
            <a:off x="783278" y="2124074"/>
            <a:ext cx="5121368" cy="2659110"/>
            <a:chOff x="830479" y="2470719"/>
            <a:chExt cx="5121368" cy="2856134"/>
          </a:xfrm>
        </p:grpSpPr>
        <p:sp>
          <p:nvSpPr>
            <p:cNvPr id="290" name="Google Shape;290;p14"/>
            <p:cNvSpPr txBox="1"/>
            <p:nvPr/>
          </p:nvSpPr>
          <p:spPr>
            <a:xfrm>
              <a:off x="904087" y="2470719"/>
              <a:ext cx="5004474" cy="396653"/>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1- Data Cleaning</a:t>
              </a:r>
              <a:endParaRPr sz="1800" b="1" i="0" u="none" strike="noStrike" cap="none" dirty="0">
                <a:solidFill>
                  <a:schemeClr val="bg1">
                    <a:lumMod val="95000"/>
                  </a:schemeClr>
                </a:solidFill>
                <a:latin typeface="Century Gothic"/>
                <a:ea typeface="Century Gothic"/>
                <a:cs typeface="Century Gothic"/>
                <a:sym typeface="Century Gothic"/>
              </a:endParaRPr>
            </a:p>
          </p:txBody>
        </p:sp>
        <p:sp>
          <p:nvSpPr>
            <p:cNvPr id="291" name="Google Shape;291;p14"/>
            <p:cNvSpPr txBox="1"/>
            <p:nvPr/>
          </p:nvSpPr>
          <p:spPr>
            <a:xfrm>
              <a:off x="830479" y="3096525"/>
              <a:ext cx="5004474" cy="396653"/>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2- Table Cutting</a:t>
              </a:r>
              <a:endParaRPr sz="1800" b="1" i="0" u="none" strike="noStrike" cap="none" dirty="0">
                <a:solidFill>
                  <a:schemeClr val="bg1">
                    <a:lumMod val="95000"/>
                  </a:schemeClr>
                </a:solidFill>
                <a:latin typeface="Century Gothic"/>
                <a:ea typeface="Century Gothic"/>
                <a:cs typeface="Century Gothic"/>
                <a:sym typeface="Century Gothic"/>
              </a:endParaRPr>
            </a:p>
          </p:txBody>
        </p:sp>
        <p:sp>
          <p:nvSpPr>
            <p:cNvPr id="292" name="Google Shape;292;p14"/>
            <p:cNvSpPr txBox="1"/>
            <p:nvPr/>
          </p:nvSpPr>
          <p:spPr>
            <a:xfrm>
              <a:off x="947373" y="3727002"/>
              <a:ext cx="5004474" cy="396653"/>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3- Create Column </a:t>
              </a:r>
              <a:r>
                <a:rPr lang="en-US" sz="1800" b="1" dirty="0">
                  <a:solidFill>
                    <a:schemeClr val="bg1">
                      <a:lumMod val="95000"/>
                    </a:schemeClr>
                  </a:solidFill>
                  <a:latin typeface="Century Gothic"/>
                  <a:ea typeface="Century Gothic"/>
                  <a:cs typeface="Century Gothic"/>
                  <a:sym typeface="Century Gothic"/>
                </a:rPr>
                <a:t>by power Query</a:t>
              </a:r>
              <a:endParaRPr dirty="0">
                <a:solidFill>
                  <a:schemeClr val="bg1">
                    <a:lumMod val="95000"/>
                  </a:schemeClr>
                </a:solidFill>
              </a:endParaRPr>
            </a:p>
          </p:txBody>
        </p:sp>
        <p:sp>
          <p:nvSpPr>
            <p:cNvPr id="293" name="Google Shape;293;p14"/>
            <p:cNvSpPr txBox="1"/>
            <p:nvPr/>
          </p:nvSpPr>
          <p:spPr>
            <a:xfrm>
              <a:off x="1184565" y="4328858"/>
              <a:ext cx="4723996"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a:solidFill>
                    <a:srgbClr val="595959"/>
                  </a:solidFill>
                  <a:latin typeface="Century Gothic"/>
                  <a:ea typeface="Century Gothic"/>
                  <a:cs typeface="Century Gothic"/>
                  <a:sym typeface="Century Gothic"/>
                </a:rPr>
                <a:t>4- Create Measures</a:t>
              </a:r>
              <a:endParaRPr sz="1800" b="1" i="0" u="none" strike="noStrike" cap="none">
                <a:solidFill>
                  <a:srgbClr val="595959"/>
                </a:solidFill>
                <a:latin typeface="Century Gothic"/>
                <a:ea typeface="Century Gothic"/>
                <a:cs typeface="Century Gothic"/>
                <a:sym typeface="Century Gothic"/>
              </a:endParaRPr>
            </a:p>
          </p:txBody>
        </p:sp>
        <p:sp>
          <p:nvSpPr>
            <p:cNvPr id="294" name="Google Shape;294;p14"/>
            <p:cNvSpPr txBox="1"/>
            <p:nvPr/>
          </p:nvSpPr>
          <p:spPr>
            <a:xfrm>
              <a:off x="1218748" y="4930200"/>
              <a:ext cx="4723996" cy="396653"/>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5- Creating relations</a:t>
              </a:r>
              <a:endParaRPr sz="1800" b="1" i="0" u="none" strike="noStrike" cap="none" dirty="0">
                <a:solidFill>
                  <a:schemeClr val="bg1">
                    <a:lumMod val="95000"/>
                  </a:schemeClr>
                </a:solidFill>
                <a:latin typeface="Century Gothic"/>
                <a:ea typeface="Century Gothic"/>
                <a:cs typeface="Century Gothic"/>
                <a:sym typeface="Century Gothic"/>
              </a:endParaRPr>
            </a:p>
          </p:txBody>
        </p:sp>
      </p:grpSp>
      <p:pic>
        <p:nvPicPr>
          <p:cNvPr id="5" name="Picture 4">
            <a:extLst>
              <a:ext uri="{FF2B5EF4-FFF2-40B4-BE49-F238E27FC236}">
                <a16:creationId xmlns:a16="http://schemas.microsoft.com/office/drawing/2014/main" id="{DF07912A-A278-71EC-43B2-5F7629317276}"/>
              </a:ext>
            </a:extLst>
          </p:cNvPr>
          <p:cNvPicPr>
            <a:picLocks noChangeAspect="1"/>
          </p:cNvPicPr>
          <p:nvPr/>
        </p:nvPicPr>
        <p:blipFill>
          <a:blip r:embed="rId4"/>
          <a:srcRect l="76641" t="14097" b="4562"/>
          <a:stretch>
            <a:fillRect/>
          </a:stretch>
        </p:blipFill>
        <p:spPr>
          <a:xfrm>
            <a:off x="7258050" y="1175336"/>
            <a:ext cx="3949939" cy="4924425"/>
          </a:xfrm>
          <a:prstGeom prst="rect">
            <a:avLst/>
          </a:prstGeom>
        </p:spPr>
      </p:pic>
      <p:sp>
        <p:nvSpPr>
          <p:cNvPr id="6" name="Google Shape;126;p4">
            <a:extLst>
              <a:ext uri="{FF2B5EF4-FFF2-40B4-BE49-F238E27FC236}">
                <a16:creationId xmlns:a16="http://schemas.microsoft.com/office/drawing/2014/main" id="{656FEC09-F981-0BF7-5AA3-DB25F41E881A}"/>
              </a:ext>
            </a:extLst>
          </p:cNvPr>
          <p:cNvSpPr/>
          <p:nvPr/>
        </p:nvSpPr>
        <p:spPr>
          <a:xfrm>
            <a:off x="508000" y="335488"/>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u="sng" dirty="0">
                <a:solidFill>
                  <a:schemeClr val="bg1">
                    <a:lumMod val="95000"/>
                  </a:schemeClr>
                </a:solidFill>
                <a:latin typeface="Calibri"/>
                <a:ea typeface="Calibri"/>
                <a:cs typeface="Calibri"/>
                <a:sym typeface="Calibri"/>
              </a:rPr>
              <a:t>Under Standing the Data</a:t>
            </a:r>
          </a:p>
          <a:p>
            <a:pPr lvl="0" algn="ctr">
              <a:buClr>
                <a:srgbClr val="7030A0"/>
              </a:buClr>
              <a:buSzPts val="2800"/>
            </a:pPr>
            <a:r>
              <a:rPr lang="en-US" sz="2000" dirty="0">
                <a:solidFill>
                  <a:schemeClr val="bg1">
                    <a:lumMod val="95000"/>
                  </a:schemeClr>
                </a:solidFill>
              </a:rPr>
              <a:t>                                       Dataset • Preprocessing • Modeling</a:t>
            </a:r>
            <a:endParaRPr lang="en-US" sz="2000" u="sng" dirty="0">
              <a:solidFill>
                <a:schemeClr val="bg1">
                  <a:lumMod val="95000"/>
                </a:schemeClr>
              </a:solidFill>
              <a:latin typeface="Calibri"/>
              <a:ea typeface="Calibri"/>
              <a:cs typeface="Calibri"/>
              <a:sym typeface="Calibri"/>
            </a:endParaRPr>
          </a:p>
        </p:txBody>
      </p:sp>
      <p:sp>
        <p:nvSpPr>
          <p:cNvPr id="7" name="Google Shape;246;p12">
            <a:hlinkClick r:id="rId5" action="ppaction://hlinksldjump"/>
            <a:extLst>
              <a:ext uri="{FF2B5EF4-FFF2-40B4-BE49-F238E27FC236}">
                <a16:creationId xmlns:a16="http://schemas.microsoft.com/office/drawing/2014/main" id="{BA868F0B-FB12-A5B8-1B5F-49184DC6C0ED}"/>
              </a:ext>
            </a:extLst>
          </p:cNvPr>
          <p:cNvSpPr/>
          <p:nvPr/>
        </p:nvSpPr>
        <p:spPr>
          <a:xfrm>
            <a:off x="10661987" y="413656"/>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80"/>
                                        </p:tgtEl>
                                        <p:attrNameLst>
                                          <p:attrName>style.visibility</p:attrName>
                                        </p:attrNameLst>
                                      </p:cBhvr>
                                      <p:to>
                                        <p:strVal val="visible"/>
                                      </p:to>
                                    </p:set>
                                    <p:animEffect transition="in" filter="fade">
                                      <p:cBhvr>
                                        <p:cTn id="7" dur="250"/>
                                        <p:tgtEl>
                                          <p:spTgt spid="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278">
          <a:extLst>
            <a:ext uri="{FF2B5EF4-FFF2-40B4-BE49-F238E27FC236}">
              <a16:creationId xmlns:a16="http://schemas.microsoft.com/office/drawing/2014/main" id="{24434500-8D9D-0E28-FDA1-9D52C119857D}"/>
            </a:ext>
          </a:extLst>
        </p:cNvPr>
        <p:cNvGrpSpPr/>
        <p:nvPr/>
      </p:nvGrpSpPr>
      <p:grpSpPr>
        <a:xfrm>
          <a:off x="0" y="0"/>
          <a:ext cx="0" cy="0"/>
          <a:chOff x="0" y="0"/>
          <a:chExt cx="0" cy="0"/>
        </a:xfrm>
      </p:grpSpPr>
      <p:sp>
        <p:nvSpPr>
          <p:cNvPr id="280" name="Google Shape;280;p14">
            <a:extLst>
              <a:ext uri="{FF2B5EF4-FFF2-40B4-BE49-F238E27FC236}">
                <a16:creationId xmlns:a16="http://schemas.microsoft.com/office/drawing/2014/main" id="{85FF16FE-2C43-3C4D-9693-4B55AD3A3B23}"/>
              </a:ext>
            </a:extLst>
          </p:cNvPr>
          <p:cNvSpPr/>
          <p:nvPr/>
        </p:nvSpPr>
        <p:spPr>
          <a:xfrm>
            <a:off x="6002963" y="1079538"/>
            <a:ext cx="5855207" cy="5364806"/>
          </a:xfrm>
          <a:prstGeom prst="roundRect">
            <a:avLst>
              <a:gd name="adj" fmla="val 16667"/>
            </a:avLst>
          </a:prstGeom>
          <a:solidFill>
            <a:schemeClr val="lt1"/>
          </a:solidFill>
          <a:ln>
            <a:noFill/>
          </a:ln>
          <a:effectLst>
            <a:outerShdw blurRad="50800" dist="38100" dir="18900000" algn="bl" rotWithShape="0">
              <a:srgbClr val="000000">
                <a:alpha val="40000"/>
              </a:srgbClr>
            </a:outerShdw>
          </a:effectLst>
        </p:spPr>
        <p:txBody>
          <a:bodyPr spcFirstLastPara="1" wrap="square" lIns="91425" tIns="0" rIns="91425" bIns="0" anchor="t" anchorCtr="0">
            <a:noAutofit/>
          </a:bodyPr>
          <a:lstStyle/>
          <a:p>
            <a:pPr marL="0" marR="0" lvl="0" indent="0" algn="r" rtl="1">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281" name="Google Shape;281;p14">
            <a:extLst>
              <a:ext uri="{FF2B5EF4-FFF2-40B4-BE49-F238E27FC236}">
                <a16:creationId xmlns:a16="http://schemas.microsoft.com/office/drawing/2014/main" id="{B71E3BA2-0941-9AAF-4CCC-61F5E4C67700}"/>
              </a:ext>
            </a:extLst>
          </p:cNvPr>
          <p:cNvSpPr/>
          <p:nvPr/>
        </p:nvSpPr>
        <p:spPr>
          <a:xfrm rot="10800000">
            <a:off x="605219" y="1971608"/>
            <a:ext cx="5397744" cy="3874332"/>
          </a:xfrm>
          <a:custGeom>
            <a:avLst/>
            <a:gdLst/>
            <a:ahLst/>
            <a:cxnLst/>
            <a:rect l="l" t="t" r="r" b="b"/>
            <a:pathLst>
              <a:path w="2982350" h="4853354" extrusionOk="0">
                <a:moveTo>
                  <a:pt x="0" y="0"/>
                </a:moveTo>
                <a:lnTo>
                  <a:pt x="1008042" y="0"/>
                </a:lnTo>
                <a:lnTo>
                  <a:pt x="1129938" y="0"/>
                </a:lnTo>
                <a:lnTo>
                  <a:pt x="2587479" y="0"/>
                </a:lnTo>
                <a:cubicBezTo>
                  <a:pt x="2805560" y="0"/>
                  <a:pt x="2982350" y="176790"/>
                  <a:pt x="2982350" y="394871"/>
                </a:cubicBezTo>
                <a:lnTo>
                  <a:pt x="2982350" y="4458483"/>
                </a:lnTo>
                <a:cubicBezTo>
                  <a:pt x="2982350" y="4676564"/>
                  <a:pt x="2805560" y="4853354"/>
                  <a:pt x="2587479" y="4853354"/>
                </a:cubicBezTo>
                <a:lnTo>
                  <a:pt x="1129938" y="4853354"/>
                </a:lnTo>
                <a:lnTo>
                  <a:pt x="1008042" y="4853354"/>
                </a:lnTo>
                <a:lnTo>
                  <a:pt x="0" y="4853354"/>
                </a:lnTo>
                <a:close/>
              </a:path>
            </a:pathLst>
          </a:custGeom>
          <a:solidFill>
            <a:srgbClr val="162235"/>
          </a:solidFill>
          <a:ln>
            <a:noFill/>
          </a:ln>
          <a:effectLst>
            <a:outerShdw blurRad="50800" dist="38100" dir="18900000" algn="bl" rotWithShape="0">
              <a:srgbClr val="000000">
                <a:alpha val="40000"/>
              </a:srgbClr>
            </a:outerShdw>
          </a:effectLst>
        </p:spPr>
        <p:txBody>
          <a:bodyPr spcFirstLastPara="1" wrap="square" lIns="91425" tIns="45700" rIns="91425" bIns="45700" anchor="t" anchorCtr="0">
            <a:noAutofit/>
          </a:bodyPr>
          <a:lstStyle/>
          <a:p>
            <a:pPr marL="0" marR="0" lvl="0" indent="0" algn="ctr" rtl="1">
              <a:spcBef>
                <a:spcPts val="0"/>
              </a:spcBef>
              <a:spcAft>
                <a:spcPts val="0"/>
              </a:spcAft>
              <a:buNone/>
            </a:pPr>
            <a:endParaRPr sz="1800" b="0" i="0" u="none" strike="noStrike" cap="none">
              <a:solidFill>
                <a:srgbClr val="595959"/>
              </a:solidFill>
              <a:latin typeface="Arial"/>
              <a:ea typeface="Arial"/>
              <a:cs typeface="Arial"/>
              <a:sym typeface="Arial"/>
            </a:endParaRPr>
          </a:p>
          <a:p>
            <a:pPr marL="0" marR="0" lvl="0" indent="0" algn="ctr" rtl="1">
              <a:spcBef>
                <a:spcPts val="0"/>
              </a:spcBef>
              <a:spcAft>
                <a:spcPts val="0"/>
              </a:spcAft>
              <a:buNone/>
            </a:pPr>
            <a:endParaRPr sz="1800" b="1" i="0" u="none" strike="noStrike" cap="none">
              <a:solidFill>
                <a:srgbClr val="595959"/>
              </a:solidFill>
              <a:latin typeface="Century Gothic"/>
              <a:ea typeface="Century Gothic"/>
              <a:cs typeface="Century Gothic"/>
              <a:sym typeface="Century Gothic"/>
            </a:endParaRPr>
          </a:p>
        </p:txBody>
      </p:sp>
      <p:grpSp>
        <p:nvGrpSpPr>
          <p:cNvPr id="282" name="Google Shape;282;p14">
            <a:extLst>
              <a:ext uri="{FF2B5EF4-FFF2-40B4-BE49-F238E27FC236}">
                <a16:creationId xmlns:a16="http://schemas.microsoft.com/office/drawing/2014/main" id="{FA82A667-E72C-082F-E570-37D59D0AA77F}"/>
              </a:ext>
            </a:extLst>
          </p:cNvPr>
          <p:cNvGrpSpPr/>
          <p:nvPr/>
        </p:nvGrpSpPr>
        <p:grpSpPr>
          <a:xfrm rot="10800000" flipH="1">
            <a:off x="801853" y="3953178"/>
            <a:ext cx="5208942" cy="1153910"/>
            <a:chOff x="1079059" y="2228500"/>
            <a:chExt cx="2072633" cy="1312681"/>
          </a:xfrm>
        </p:grpSpPr>
        <p:sp>
          <p:nvSpPr>
            <p:cNvPr id="283" name="Google Shape;283;p14">
              <a:extLst>
                <a:ext uri="{FF2B5EF4-FFF2-40B4-BE49-F238E27FC236}">
                  <a16:creationId xmlns:a16="http://schemas.microsoft.com/office/drawing/2014/main" id="{740F1063-E598-8F85-A4C8-353CC49BADFB}"/>
                </a:ext>
              </a:extLst>
            </p:cNvPr>
            <p:cNvSpPr/>
            <p:nvPr/>
          </p:nvSpPr>
          <p:spPr>
            <a:xfrm>
              <a:off x="2897090" y="2228500"/>
              <a:ext cx="254602" cy="254597"/>
            </a:xfrm>
            <a:custGeom>
              <a:avLst/>
              <a:gdLst/>
              <a:ahLst/>
              <a:cxnLst/>
              <a:rect l="l" t="t" r="r" b="b"/>
              <a:pathLst>
                <a:path w="432555" h="432546" extrusionOk="0">
                  <a:moveTo>
                    <a:pt x="432555" y="0"/>
                  </a:moveTo>
                  <a:lnTo>
                    <a:pt x="432555" y="432546"/>
                  </a:lnTo>
                  <a:lnTo>
                    <a:pt x="0" y="432546"/>
                  </a:lnTo>
                  <a:cubicBezTo>
                    <a:pt x="209032" y="432546"/>
                    <a:pt x="383434" y="284274"/>
                    <a:pt x="423768" y="87165"/>
                  </a:cubicBezTo>
                  <a:close/>
                </a:path>
              </a:pathLst>
            </a:custGeom>
            <a:solidFill>
              <a:srgbClr val="FFFFF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sp>
          <p:nvSpPr>
            <p:cNvPr id="284" name="Google Shape;284;p14">
              <a:extLst>
                <a:ext uri="{FF2B5EF4-FFF2-40B4-BE49-F238E27FC236}">
                  <a16:creationId xmlns:a16="http://schemas.microsoft.com/office/drawing/2014/main" id="{BEE25CAD-B10E-546D-38B7-DDDA77F5422D}"/>
                </a:ext>
              </a:extLst>
            </p:cNvPr>
            <p:cNvSpPr/>
            <p:nvPr/>
          </p:nvSpPr>
          <p:spPr>
            <a:xfrm rot="-5400000">
              <a:off x="1713633" y="1848524"/>
              <a:ext cx="803485" cy="2072633"/>
            </a:xfrm>
            <a:prstGeom prst="round2SameRect">
              <a:avLst>
                <a:gd name="adj1" fmla="val 50000"/>
                <a:gd name="adj2" fmla="val 0"/>
              </a:avLst>
            </a:prstGeom>
            <a:solidFill>
              <a:srgbClr val="FFFFF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sp>
          <p:nvSpPr>
            <p:cNvPr id="285" name="Google Shape;285;p14">
              <a:extLst>
                <a:ext uri="{FF2B5EF4-FFF2-40B4-BE49-F238E27FC236}">
                  <a16:creationId xmlns:a16="http://schemas.microsoft.com/office/drawing/2014/main" id="{6CD7FEE1-C3A4-87F1-B7CF-2F9951E66DE5}"/>
                </a:ext>
              </a:extLst>
            </p:cNvPr>
            <p:cNvSpPr/>
            <p:nvPr/>
          </p:nvSpPr>
          <p:spPr>
            <a:xfrm rot="10800000" flipH="1">
              <a:off x="2897090" y="3286584"/>
              <a:ext cx="254602" cy="254597"/>
            </a:xfrm>
            <a:custGeom>
              <a:avLst/>
              <a:gdLst/>
              <a:ahLst/>
              <a:cxnLst/>
              <a:rect l="l" t="t" r="r" b="b"/>
              <a:pathLst>
                <a:path w="432555" h="432546" extrusionOk="0">
                  <a:moveTo>
                    <a:pt x="432555" y="0"/>
                  </a:moveTo>
                  <a:lnTo>
                    <a:pt x="432555" y="432546"/>
                  </a:lnTo>
                  <a:lnTo>
                    <a:pt x="0" y="432546"/>
                  </a:lnTo>
                  <a:cubicBezTo>
                    <a:pt x="209032" y="432546"/>
                    <a:pt x="383434" y="284274"/>
                    <a:pt x="423768" y="87165"/>
                  </a:cubicBezTo>
                  <a:close/>
                </a:path>
              </a:pathLst>
            </a:custGeom>
            <a:solidFill>
              <a:srgbClr val="FFFFFF"/>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grpSp>
      <p:pic>
        <p:nvPicPr>
          <p:cNvPr id="288" name="Google Shape;288;p14">
            <a:extLst>
              <a:ext uri="{FF2B5EF4-FFF2-40B4-BE49-F238E27FC236}">
                <a16:creationId xmlns:a16="http://schemas.microsoft.com/office/drawing/2014/main" id="{8D98CAB8-5F30-1003-19D5-3AEDEFA4ACED}"/>
              </a:ext>
            </a:extLst>
          </p:cNvPr>
          <p:cNvPicPr preferRelativeResize="0"/>
          <p:nvPr/>
        </p:nvPicPr>
        <p:blipFill rotWithShape="1">
          <a:blip r:embed="rId3">
            <a:alphaModFix/>
          </a:blip>
          <a:srcRect/>
          <a:stretch/>
        </p:blipFill>
        <p:spPr>
          <a:xfrm>
            <a:off x="80151" y="5769807"/>
            <a:ext cx="1215571" cy="1088193"/>
          </a:xfrm>
          <a:prstGeom prst="rect">
            <a:avLst/>
          </a:prstGeom>
          <a:noFill/>
          <a:ln>
            <a:noFill/>
          </a:ln>
        </p:spPr>
      </p:pic>
      <p:grpSp>
        <p:nvGrpSpPr>
          <p:cNvPr id="289" name="Google Shape;289;p14">
            <a:extLst>
              <a:ext uri="{FF2B5EF4-FFF2-40B4-BE49-F238E27FC236}">
                <a16:creationId xmlns:a16="http://schemas.microsoft.com/office/drawing/2014/main" id="{0688A9E2-53A8-F657-65EE-CBA6CABDA04D}"/>
              </a:ext>
            </a:extLst>
          </p:cNvPr>
          <p:cNvGrpSpPr/>
          <p:nvPr/>
        </p:nvGrpSpPr>
        <p:grpSpPr>
          <a:xfrm>
            <a:off x="783278" y="2124074"/>
            <a:ext cx="5121368" cy="2633673"/>
            <a:chOff x="830479" y="2470719"/>
            <a:chExt cx="5121368" cy="2828812"/>
          </a:xfrm>
        </p:grpSpPr>
        <p:sp>
          <p:nvSpPr>
            <p:cNvPr id="290" name="Google Shape;290;p14">
              <a:extLst>
                <a:ext uri="{FF2B5EF4-FFF2-40B4-BE49-F238E27FC236}">
                  <a16:creationId xmlns:a16="http://schemas.microsoft.com/office/drawing/2014/main" id="{3DBBB970-BD7D-916F-DE1D-B7F552C060C2}"/>
                </a:ext>
              </a:extLst>
            </p:cNvPr>
            <p:cNvSpPr txBox="1"/>
            <p:nvPr/>
          </p:nvSpPr>
          <p:spPr>
            <a:xfrm>
              <a:off x="904087" y="2470719"/>
              <a:ext cx="5004474" cy="396653"/>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1- Data Cleaning</a:t>
              </a:r>
              <a:endParaRPr sz="1800" b="1" i="0" u="none" strike="noStrike" cap="none" dirty="0">
                <a:solidFill>
                  <a:schemeClr val="bg1">
                    <a:lumMod val="95000"/>
                  </a:schemeClr>
                </a:solidFill>
                <a:latin typeface="Century Gothic"/>
                <a:ea typeface="Century Gothic"/>
                <a:cs typeface="Century Gothic"/>
                <a:sym typeface="Century Gothic"/>
              </a:endParaRPr>
            </a:p>
          </p:txBody>
        </p:sp>
        <p:sp>
          <p:nvSpPr>
            <p:cNvPr id="291" name="Google Shape;291;p14">
              <a:extLst>
                <a:ext uri="{FF2B5EF4-FFF2-40B4-BE49-F238E27FC236}">
                  <a16:creationId xmlns:a16="http://schemas.microsoft.com/office/drawing/2014/main" id="{2BAAA2BB-19D4-198E-615C-D624E9230206}"/>
                </a:ext>
              </a:extLst>
            </p:cNvPr>
            <p:cNvSpPr txBox="1"/>
            <p:nvPr/>
          </p:nvSpPr>
          <p:spPr>
            <a:xfrm>
              <a:off x="830479" y="3096525"/>
              <a:ext cx="5004474" cy="396653"/>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2- Table Cutting</a:t>
              </a:r>
              <a:endParaRPr sz="1800" b="1" i="0" u="none" strike="noStrike" cap="none" dirty="0">
                <a:solidFill>
                  <a:schemeClr val="bg1">
                    <a:lumMod val="95000"/>
                  </a:schemeClr>
                </a:solidFill>
                <a:latin typeface="Century Gothic"/>
                <a:ea typeface="Century Gothic"/>
                <a:cs typeface="Century Gothic"/>
                <a:sym typeface="Century Gothic"/>
              </a:endParaRPr>
            </a:p>
          </p:txBody>
        </p:sp>
        <p:sp>
          <p:nvSpPr>
            <p:cNvPr id="292" name="Google Shape;292;p14">
              <a:extLst>
                <a:ext uri="{FF2B5EF4-FFF2-40B4-BE49-F238E27FC236}">
                  <a16:creationId xmlns:a16="http://schemas.microsoft.com/office/drawing/2014/main" id="{B914BAC7-3CDF-DD45-7FB8-E786D2C3A059}"/>
                </a:ext>
              </a:extLst>
            </p:cNvPr>
            <p:cNvSpPr txBox="1"/>
            <p:nvPr/>
          </p:nvSpPr>
          <p:spPr>
            <a:xfrm>
              <a:off x="947373" y="3727002"/>
              <a:ext cx="5004474" cy="396653"/>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3- Create Column </a:t>
              </a:r>
              <a:r>
                <a:rPr lang="en-US" sz="1800" b="1" dirty="0">
                  <a:solidFill>
                    <a:schemeClr val="bg1">
                      <a:lumMod val="95000"/>
                    </a:schemeClr>
                  </a:solidFill>
                  <a:latin typeface="Century Gothic"/>
                  <a:ea typeface="Century Gothic"/>
                  <a:cs typeface="Century Gothic"/>
                  <a:sym typeface="Century Gothic"/>
                </a:rPr>
                <a:t>by power Query</a:t>
              </a:r>
              <a:endParaRPr dirty="0">
                <a:solidFill>
                  <a:schemeClr val="bg1">
                    <a:lumMod val="95000"/>
                  </a:schemeClr>
                </a:solidFill>
              </a:endParaRPr>
            </a:p>
          </p:txBody>
        </p:sp>
        <p:sp>
          <p:nvSpPr>
            <p:cNvPr id="293" name="Google Shape;293;p14">
              <a:extLst>
                <a:ext uri="{FF2B5EF4-FFF2-40B4-BE49-F238E27FC236}">
                  <a16:creationId xmlns:a16="http://schemas.microsoft.com/office/drawing/2014/main" id="{7613723F-8D58-EE32-380D-F68F7C939942}"/>
                </a:ext>
              </a:extLst>
            </p:cNvPr>
            <p:cNvSpPr txBox="1"/>
            <p:nvPr/>
          </p:nvSpPr>
          <p:spPr>
            <a:xfrm>
              <a:off x="1184565" y="4328858"/>
              <a:ext cx="4723996" cy="396653"/>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chemeClr val="bg1">
                      <a:lumMod val="95000"/>
                    </a:schemeClr>
                  </a:solidFill>
                  <a:latin typeface="Century Gothic"/>
                  <a:ea typeface="Century Gothic"/>
                  <a:cs typeface="Century Gothic"/>
                  <a:sym typeface="Century Gothic"/>
                </a:rPr>
                <a:t>4- Create Measures</a:t>
              </a:r>
              <a:endParaRPr sz="1800" b="1" i="0" u="none" strike="noStrike" cap="none" dirty="0">
                <a:solidFill>
                  <a:schemeClr val="bg1">
                    <a:lumMod val="95000"/>
                  </a:schemeClr>
                </a:solidFill>
                <a:latin typeface="Century Gothic"/>
                <a:ea typeface="Century Gothic"/>
                <a:cs typeface="Century Gothic"/>
                <a:sym typeface="Century Gothic"/>
              </a:endParaRPr>
            </a:p>
          </p:txBody>
        </p:sp>
        <p:sp>
          <p:nvSpPr>
            <p:cNvPr id="294" name="Google Shape;294;p14">
              <a:extLst>
                <a:ext uri="{FF2B5EF4-FFF2-40B4-BE49-F238E27FC236}">
                  <a16:creationId xmlns:a16="http://schemas.microsoft.com/office/drawing/2014/main" id="{46049FAD-6D03-1739-FDEE-AC0AF1FB5F2C}"/>
                </a:ext>
              </a:extLst>
            </p:cNvPr>
            <p:cNvSpPr txBox="1"/>
            <p:nvPr/>
          </p:nvSpPr>
          <p:spPr>
            <a:xfrm>
              <a:off x="1218748" y="4930199"/>
              <a:ext cx="4723996" cy="369332"/>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1800" b="1" i="0" u="none" strike="noStrike" cap="none" dirty="0">
                  <a:solidFill>
                    <a:srgbClr val="595959"/>
                  </a:solidFill>
                  <a:latin typeface="Century Gothic"/>
                  <a:ea typeface="Century Gothic"/>
                  <a:cs typeface="Century Gothic"/>
                  <a:sym typeface="Century Gothic"/>
                </a:rPr>
                <a:t>5- Creating relations</a:t>
              </a:r>
              <a:endParaRPr sz="1800" b="1" i="0" u="none" strike="noStrike" cap="none" dirty="0">
                <a:solidFill>
                  <a:srgbClr val="595959"/>
                </a:solidFill>
                <a:latin typeface="Century Gothic"/>
                <a:ea typeface="Century Gothic"/>
                <a:cs typeface="Century Gothic"/>
                <a:sym typeface="Century Gothic"/>
              </a:endParaRPr>
            </a:p>
          </p:txBody>
        </p:sp>
      </p:grpSp>
      <p:pic>
        <p:nvPicPr>
          <p:cNvPr id="3" name="Picture 2">
            <a:extLst>
              <a:ext uri="{FF2B5EF4-FFF2-40B4-BE49-F238E27FC236}">
                <a16:creationId xmlns:a16="http://schemas.microsoft.com/office/drawing/2014/main" id="{FA74314D-3786-1835-8266-9DABF40EB1D9}"/>
              </a:ext>
            </a:extLst>
          </p:cNvPr>
          <p:cNvPicPr>
            <a:picLocks noChangeAspect="1"/>
          </p:cNvPicPr>
          <p:nvPr/>
        </p:nvPicPr>
        <p:blipFill>
          <a:blip r:embed="rId4"/>
          <a:srcRect l="18359" t="17500" r="4964" b="10417"/>
          <a:stretch>
            <a:fillRect/>
          </a:stretch>
        </p:blipFill>
        <p:spPr>
          <a:xfrm>
            <a:off x="6218174" y="1700382"/>
            <a:ext cx="5397745" cy="3874333"/>
          </a:xfrm>
          <a:prstGeom prst="rect">
            <a:avLst/>
          </a:prstGeom>
        </p:spPr>
      </p:pic>
      <p:sp>
        <p:nvSpPr>
          <p:cNvPr id="2" name="Google Shape;126;p4">
            <a:extLst>
              <a:ext uri="{FF2B5EF4-FFF2-40B4-BE49-F238E27FC236}">
                <a16:creationId xmlns:a16="http://schemas.microsoft.com/office/drawing/2014/main" id="{9B2CE0E6-F55F-22B8-ADDE-6AECC98CDDF5}"/>
              </a:ext>
            </a:extLst>
          </p:cNvPr>
          <p:cNvSpPr/>
          <p:nvPr/>
        </p:nvSpPr>
        <p:spPr>
          <a:xfrm>
            <a:off x="508000" y="335488"/>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u="sng" dirty="0">
                <a:solidFill>
                  <a:schemeClr val="bg1">
                    <a:lumMod val="95000"/>
                  </a:schemeClr>
                </a:solidFill>
                <a:latin typeface="Calibri"/>
                <a:ea typeface="Calibri"/>
                <a:cs typeface="Calibri"/>
                <a:sym typeface="Calibri"/>
              </a:rPr>
              <a:t>Under Standing the Data</a:t>
            </a:r>
          </a:p>
          <a:p>
            <a:pPr lvl="0" algn="ctr">
              <a:buClr>
                <a:srgbClr val="7030A0"/>
              </a:buClr>
              <a:buSzPts val="2800"/>
            </a:pPr>
            <a:r>
              <a:rPr lang="en-US" sz="2000" dirty="0">
                <a:solidFill>
                  <a:schemeClr val="bg1">
                    <a:lumMod val="95000"/>
                  </a:schemeClr>
                </a:solidFill>
              </a:rPr>
              <a:t>                                       Dataset • Preprocessing • Modeling</a:t>
            </a:r>
            <a:endParaRPr lang="en-US" sz="2000" u="sng" dirty="0">
              <a:solidFill>
                <a:schemeClr val="bg1">
                  <a:lumMod val="95000"/>
                </a:schemeClr>
              </a:solidFill>
              <a:latin typeface="Calibri"/>
              <a:ea typeface="Calibri"/>
              <a:cs typeface="Calibri"/>
              <a:sym typeface="Calibri"/>
            </a:endParaRPr>
          </a:p>
        </p:txBody>
      </p:sp>
      <p:sp>
        <p:nvSpPr>
          <p:cNvPr id="4" name="Google Shape;246;p12">
            <a:hlinkClick r:id="rId5" action="ppaction://hlinksldjump"/>
            <a:extLst>
              <a:ext uri="{FF2B5EF4-FFF2-40B4-BE49-F238E27FC236}">
                <a16:creationId xmlns:a16="http://schemas.microsoft.com/office/drawing/2014/main" id="{A150460D-8962-504A-A60B-755B8871BC43}"/>
              </a:ext>
            </a:extLst>
          </p:cNvPr>
          <p:cNvSpPr/>
          <p:nvPr/>
        </p:nvSpPr>
        <p:spPr>
          <a:xfrm>
            <a:off x="10661987" y="413656"/>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853305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80"/>
                                        </p:tgtEl>
                                        <p:attrNameLst>
                                          <p:attrName>style.visibility</p:attrName>
                                        </p:attrNameLst>
                                      </p:cBhvr>
                                      <p:to>
                                        <p:strVal val="visible"/>
                                      </p:to>
                                    </p:set>
                                    <p:animEffect transition="in" filter="fade">
                                      <p:cBhvr>
                                        <p:cTn id="7" dur="250"/>
                                        <p:tgtEl>
                                          <p:spTgt spid="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175"/>
        <p:cNvGrpSpPr/>
        <p:nvPr/>
      </p:nvGrpSpPr>
      <p:grpSpPr>
        <a:xfrm>
          <a:off x="0" y="0"/>
          <a:ext cx="0" cy="0"/>
          <a:chOff x="0" y="0"/>
          <a:chExt cx="0" cy="0"/>
        </a:xfrm>
      </p:grpSpPr>
      <p:sp>
        <p:nvSpPr>
          <p:cNvPr id="179" name="Google Shape;179;p9"/>
          <p:cNvSpPr/>
          <p:nvPr/>
        </p:nvSpPr>
        <p:spPr>
          <a:xfrm>
            <a:off x="1944914" y="1202434"/>
            <a:ext cx="8990944" cy="5036234"/>
          </a:xfrm>
          <a:prstGeom prst="roundRect">
            <a:avLst>
              <a:gd name="adj" fmla="val 16667"/>
            </a:avLst>
          </a:prstGeom>
          <a:solidFill>
            <a:srgbClr val="162235"/>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2400" b="1" i="0" u="none" strike="noStrike" cap="none" dirty="0" smtClean="0">
                <a:solidFill>
                  <a:schemeClr val="bg1">
                    <a:lumMod val="95000"/>
                  </a:schemeClr>
                </a:solidFill>
                <a:latin typeface="Calibri"/>
                <a:ea typeface="Calibri"/>
                <a:cs typeface="Calibri"/>
                <a:sym typeface="Calibri"/>
              </a:rPr>
              <a:t>Visuals </a:t>
            </a:r>
            <a:r>
              <a:rPr lang="en-US" sz="2400" b="1" i="0" u="none" strike="noStrike" cap="none" dirty="0">
                <a:solidFill>
                  <a:schemeClr val="bg1">
                    <a:lumMod val="95000"/>
                  </a:schemeClr>
                </a:solidFill>
                <a:latin typeface="Calibri"/>
                <a:ea typeface="Calibri"/>
                <a:cs typeface="Calibri"/>
                <a:sym typeface="Calibri"/>
              </a:rPr>
              <a:t>:</a:t>
            </a:r>
            <a:endParaRPr sz="2400" b="1" i="0" u="none" strike="noStrike" cap="none" dirty="0">
              <a:solidFill>
                <a:schemeClr val="bg1">
                  <a:lumMod val="95000"/>
                </a:schemeClr>
              </a:solidFill>
              <a:latin typeface="Calibri"/>
              <a:ea typeface="Calibri"/>
              <a:cs typeface="Calibri"/>
              <a:sym typeface="Calibri"/>
            </a:endParaRPr>
          </a:p>
          <a:p>
            <a:pPr marL="342900" marR="0" lvl="0" indent="-342900" algn="just" rtl="0">
              <a:lnSpc>
                <a:spcPct val="200000"/>
              </a:lnSpc>
              <a:spcBef>
                <a:spcPts val="800"/>
              </a:spcBef>
              <a:spcAft>
                <a:spcPts val="0"/>
              </a:spcAft>
              <a:buClr>
                <a:srgbClr val="0070C0"/>
              </a:buClr>
              <a:buSzPts val="1800"/>
              <a:buFont typeface="Wingdings" panose="05000000000000000000" pitchFamily="2" charset="2"/>
              <a:buChar char="Ø"/>
            </a:pPr>
            <a:r>
              <a:rPr lang="en-US" sz="1800" b="0" i="0" u="none" strike="noStrike" cap="none" dirty="0">
                <a:solidFill>
                  <a:schemeClr val="bg1">
                    <a:lumMod val="95000"/>
                  </a:schemeClr>
                </a:solidFill>
                <a:latin typeface="Arial"/>
                <a:ea typeface="Arial"/>
                <a:cs typeface="Arial"/>
                <a:sym typeface="Arial"/>
              </a:rPr>
              <a:t>Line Charts – Showed ridership trends over time. </a:t>
            </a:r>
            <a:endParaRPr dirty="0">
              <a:solidFill>
                <a:schemeClr val="bg1">
                  <a:lumMod val="95000"/>
                </a:schemeClr>
              </a:solidFill>
            </a:endParaRPr>
          </a:p>
          <a:p>
            <a:pPr marL="342900" marR="0" lvl="0" indent="-342900" algn="just" rtl="0">
              <a:lnSpc>
                <a:spcPct val="200000"/>
              </a:lnSpc>
              <a:spcBef>
                <a:spcPts val="0"/>
              </a:spcBef>
              <a:spcAft>
                <a:spcPts val="0"/>
              </a:spcAft>
              <a:buClr>
                <a:srgbClr val="0070C0"/>
              </a:buClr>
              <a:buSzPts val="1800"/>
              <a:buFont typeface="Wingdings" panose="05000000000000000000" pitchFamily="2" charset="2"/>
              <a:buChar char="Ø"/>
            </a:pPr>
            <a:r>
              <a:rPr lang="en-US" sz="1800" b="0" i="0" u="none" strike="noStrike" cap="none">
                <a:solidFill>
                  <a:schemeClr val="bg1">
                    <a:lumMod val="95000"/>
                  </a:schemeClr>
                </a:solidFill>
                <a:latin typeface="Arial"/>
                <a:ea typeface="Arial"/>
                <a:cs typeface="Arial"/>
                <a:sym typeface="Arial"/>
              </a:rPr>
              <a:t>Bar </a:t>
            </a:r>
            <a:r>
              <a:rPr lang="en-US" sz="1800" b="0" i="0" u="none" strike="noStrike" cap="none" smtClean="0">
                <a:solidFill>
                  <a:schemeClr val="bg1">
                    <a:lumMod val="95000"/>
                  </a:schemeClr>
                </a:solidFill>
                <a:latin typeface="Arial"/>
                <a:ea typeface="Arial"/>
                <a:cs typeface="Arial"/>
                <a:sym typeface="Arial"/>
              </a:rPr>
              <a:t>Charts. </a:t>
            </a:r>
            <a:endParaRPr dirty="0">
              <a:solidFill>
                <a:schemeClr val="bg1">
                  <a:lumMod val="95000"/>
                </a:schemeClr>
              </a:solidFill>
            </a:endParaRPr>
          </a:p>
          <a:p>
            <a:pPr marL="342900" marR="0" lvl="0" indent="-342900" algn="just" rtl="0">
              <a:lnSpc>
                <a:spcPct val="200000"/>
              </a:lnSpc>
              <a:spcBef>
                <a:spcPts val="0"/>
              </a:spcBef>
              <a:spcAft>
                <a:spcPts val="0"/>
              </a:spcAft>
              <a:buClr>
                <a:srgbClr val="0070C0"/>
              </a:buClr>
              <a:buSzPts val="1800"/>
              <a:buFont typeface="Wingdings" panose="05000000000000000000" pitchFamily="2" charset="2"/>
              <a:buChar char="Ø"/>
            </a:pPr>
            <a:r>
              <a:rPr lang="en-US" sz="1800" b="0" i="0" u="none" strike="noStrike" cap="none" dirty="0">
                <a:solidFill>
                  <a:schemeClr val="bg1">
                    <a:lumMod val="95000"/>
                  </a:schemeClr>
                </a:solidFill>
                <a:latin typeface="Arial"/>
                <a:ea typeface="Arial"/>
                <a:cs typeface="Arial"/>
                <a:sym typeface="Arial"/>
              </a:rPr>
              <a:t>KPI Cards – Highlighted key statistics. </a:t>
            </a:r>
            <a:endParaRPr dirty="0">
              <a:solidFill>
                <a:schemeClr val="bg1">
                  <a:lumMod val="95000"/>
                </a:schemeClr>
              </a:solidFill>
            </a:endParaRPr>
          </a:p>
          <a:p>
            <a:pPr marL="342900" marR="0" lvl="0" indent="-342900" algn="just" rtl="0">
              <a:lnSpc>
                <a:spcPct val="200000"/>
              </a:lnSpc>
              <a:spcBef>
                <a:spcPts val="0"/>
              </a:spcBef>
              <a:spcAft>
                <a:spcPts val="0"/>
              </a:spcAft>
              <a:buClr>
                <a:srgbClr val="0070C0"/>
              </a:buClr>
              <a:buSzPts val="1800"/>
              <a:buFont typeface="Wingdings" panose="05000000000000000000" pitchFamily="2" charset="2"/>
              <a:buChar char="Ø"/>
            </a:pPr>
            <a:r>
              <a:rPr lang="en-US" sz="1800" b="0" i="0" u="none" strike="noStrike" cap="none" dirty="0">
                <a:solidFill>
                  <a:schemeClr val="bg1">
                    <a:lumMod val="95000"/>
                  </a:schemeClr>
                </a:solidFill>
                <a:latin typeface="Arial"/>
                <a:ea typeface="Arial"/>
                <a:cs typeface="Arial"/>
                <a:sym typeface="Arial"/>
              </a:rPr>
              <a:t>Pie charts.   </a:t>
            </a:r>
            <a:endParaRPr dirty="0">
              <a:solidFill>
                <a:schemeClr val="bg1">
                  <a:lumMod val="95000"/>
                </a:schemeClr>
              </a:solidFill>
            </a:endParaRPr>
          </a:p>
          <a:p>
            <a:pPr marL="342900" marR="0" lvl="0" indent="-342900" algn="just" rtl="0">
              <a:lnSpc>
                <a:spcPct val="200000"/>
              </a:lnSpc>
              <a:spcBef>
                <a:spcPts val="0"/>
              </a:spcBef>
              <a:spcAft>
                <a:spcPts val="0"/>
              </a:spcAft>
              <a:buClr>
                <a:srgbClr val="0070C0"/>
              </a:buClr>
              <a:buSzPts val="1800"/>
              <a:buFont typeface="Wingdings" panose="05000000000000000000" pitchFamily="2" charset="2"/>
              <a:buChar char="Ø"/>
            </a:pPr>
            <a:r>
              <a:rPr lang="en-US" sz="1800" b="0" i="0" u="none" strike="noStrike" cap="none" dirty="0">
                <a:solidFill>
                  <a:schemeClr val="bg1">
                    <a:lumMod val="95000"/>
                  </a:schemeClr>
                </a:solidFill>
                <a:latin typeface="Arial"/>
                <a:ea typeface="Arial"/>
                <a:cs typeface="Arial"/>
                <a:sym typeface="Arial"/>
              </a:rPr>
              <a:t>Slicers.</a:t>
            </a:r>
            <a:endParaRPr dirty="0">
              <a:solidFill>
                <a:schemeClr val="bg1">
                  <a:lumMod val="95000"/>
                </a:schemeClr>
              </a:solidFill>
            </a:endParaRPr>
          </a:p>
          <a:p>
            <a:pPr marL="342900" marR="0" lvl="0" indent="-342900" algn="just" rtl="0">
              <a:lnSpc>
                <a:spcPct val="200000"/>
              </a:lnSpc>
              <a:spcBef>
                <a:spcPts val="0"/>
              </a:spcBef>
              <a:spcAft>
                <a:spcPts val="0"/>
              </a:spcAft>
              <a:buClr>
                <a:srgbClr val="0070C0"/>
              </a:buClr>
              <a:buSzPts val="1800"/>
              <a:buFont typeface="Wingdings" panose="05000000000000000000" pitchFamily="2" charset="2"/>
              <a:buChar char="Ø"/>
            </a:pPr>
            <a:r>
              <a:rPr lang="en-US" sz="1800" b="0" i="0" u="none" strike="noStrike" cap="none" dirty="0" err="1">
                <a:solidFill>
                  <a:schemeClr val="bg1">
                    <a:lumMod val="95000"/>
                  </a:schemeClr>
                </a:solidFill>
                <a:latin typeface="Arial"/>
                <a:ea typeface="Arial"/>
                <a:cs typeface="Arial"/>
                <a:sym typeface="Arial"/>
              </a:rPr>
              <a:t>Multicard</a:t>
            </a:r>
            <a:r>
              <a:rPr lang="en-US" sz="1800" b="0" i="0" u="none" strike="noStrike" cap="none" dirty="0">
                <a:solidFill>
                  <a:schemeClr val="bg1">
                    <a:lumMod val="95000"/>
                  </a:schemeClr>
                </a:solidFill>
                <a:latin typeface="Arial"/>
                <a:ea typeface="Arial"/>
                <a:cs typeface="Arial"/>
                <a:sym typeface="Arial"/>
              </a:rPr>
              <a:t>  </a:t>
            </a:r>
            <a:endParaRPr dirty="0">
              <a:solidFill>
                <a:schemeClr val="bg1">
                  <a:lumMod val="95000"/>
                </a:schemeClr>
              </a:solidFill>
            </a:endParaRPr>
          </a:p>
          <a:p>
            <a:pPr marL="0" marR="0" lvl="0" indent="0" algn="just" rtl="0">
              <a:lnSpc>
                <a:spcPct val="15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just" rtl="0">
              <a:lnSpc>
                <a:spcPct val="15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2400" b="1" i="0" u="none" strike="noStrike" cap="none" dirty="0">
              <a:solidFill>
                <a:schemeClr val="dk1"/>
              </a:solidFill>
              <a:latin typeface="Calibri"/>
              <a:ea typeface="Calibri"/>
              <a:cs typeface="Calibri"/>
              <a:sym typeface="Calibri"/>
            </a:endParaRPr>
          </a:p>
          <a:p>
            <a:pPr marL="0" marR="0" lvl="0" indent="0" algn="l" rtl="0">
              <a:lnSpc>
                <a:spcPct val="150000"/>
              </a:lnSpc>
              <a:spcBef>
                <a:spcPts val="800"/>
              </a:spcBef>
              <a:spcAft>
                <a:spcPts val="0"/>
              </a:spcAft>
              <a:buNone/>
            </a:pPr>
            <a:endParaRPr sz="2400" b="1" i="0" u="none" strike="noStrike" cap="none" dirty="0">
              <a:solidFill>
                <a:schemeClr val="dk1"/>
              </a:solidFill>
              <a:latin typeface="Calibri"/>
              <a:ea typeface="Calibri"/>
              <a:cs typeface="Calibri"/>
              <a:sym typeface="Calibri"/>
            </a:endParaRPr>
          </a:p>
          <a:p>
            <a:pPr marL="0" marR="0" lvl="0" indent="0" algn="l" rtl="0">
              <a:lnSpc>
                <a:spcPct val="150000"/>
              </a:lnSpc>
              <a:spcBef>
                <a:spcPts val="800"/>
              </a:spcBef>
              <a:spcAft>
                <a:spcPts val="0"/>
              </a:spcAft>
              <a:buNone/>
            </a:pPr>
            <a:endParaRPr sz="2400" b="1" i="0" u="none" strike="noStrike" cap="none" dirty="0">
              <a:solidFill>
                <a:schemeClr val="dk1"/>
              </a:solidFill>
              <a:latin typeface="Calibri"/>
              <a:ea typeface="Calibri"/>
              <a:cs typeface="Calibri"/>
              <a:sym typeface="Calibri"/>
            </a:endParaRPr>
          </a:p>
        </p:txBody>
      </p:sp>
      <p:pic>
        <p:nvPicPr>
          <p:cNvPr id="180" name="Google Shape;180;p9"/>
          <p:cNvPicPr preferRelativeResize="0"/>
          <p:nvPr/>
        </p:nvPicPr>
        <p:blipFill rotWithShape="1">
          <a:blip r:embed="rId3">
            <a:alphaModFix/>
          </a:blip>
          <a:srcRect/>
          <a:stretch/>
        </p:blipFill>
        <p:spPr>
          <a:xfrm>
            <a:off x="250372" y="5714999"/>
            <a:ext cx="1215571" cy="1088193"/>
          </a:xfrm>
          <a:prstGeom prst="rect">
            <a:avLst/>
          </a:prstGeom>
          <a:noFill/>
          <a:ln>
            <a:noFill/>
          </a:ln>
        </p:spPr>
      </p:pic>
      <p:pic>
        <p:nvPicPr>
          <p:cNvPr id="181" name="Google Shape;181;p9"/>
          <p:cNvPicPr preferRelativeResize="0"/>
          <p:nvPr/>
        </p:nvPicPr>
        <p:blipFill rotWithShape="1">
          <a:blip r:embed="rId4">
            <a:alphaModFix/>
          </a:blip>
          <a:srcRect/>
          <a:stretch/>
        </p:blipFill>
        <p:spPr>
          <a:xfrm>
            <a:off x="4078233" y="3838900"/>
            <a:ext cx="6556299" cy="2591025"/>
          </a:xfrm>
          <a:prstGeom prst="rect">
            <a:avLst/>
          </a:prstGeom>
          <a:noFill/>
          <a:ln>
            <a:noFill/>
          </a:ln>
        </p:spPr>
      </p:pic>
      <p:sp>
        <p:nvSpPr>
          <p:cNvPr id="2" name="Google Shape;126;p4">
            <a:extLst>
              <a:ext uri="{FF2B5EF4-FFF2-40B4-BE49-F238E27FC236}">
                <a16:creationId xmlns:a16="http://schemas.microsoft.com/office/drawing/2014/main" id="{6E312469-2B76-874E-F1EF-21EB062DBBDC}"/>
              </a:ext>
            </a:extLst>
          </p:cNvPr>
          <p:cNvSpPr/>
          <p:nvPr/>
        </p:nvSpPr>
        <p:spPr>
          <a:xfrm>
            <a:off x="508000" y="335488"/>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t>📊 </a:t>
            </a:r>
            <a:r>
              <a:rPr lang="en-US" sz="2800" u="sng" dirty="0">
                <a:solidFill>
                  <a:schemeClr val="bg1">
                    <a:lumMod val="95000"/>
                  </a:schemeClr>
                </a:solidFill>
                <a:latin typeface="Calibri"/>
                <a:ea typeface="Calibri"/>
                <a:cs typeface="Calibri"/>
                <a:sym typeface="Calibri"/>
              </a:rPr>
              <a:t>Under Standing the Data</a:t>
            </a:r>
          </a:p>
          <a:p>
            <a:pPr lvl="0" algn="ctr">
              <a:buClr>
                <a:srgbClr val="7030A0"/>
              </a:buClr>
              <a:buSzPts val="2800"/>
            </a:pPr>
            <a:r>
              <a:rPr lang="en-US" sz="2000" dirty="0">
                <a:solidFill>
                  <a:schemeClr val="bg1">
                    <a:lumMod val="95000"/>
                  </a:schemeClr>
                </a:solidFill>
              </a:rPr>
              <a:t>                                       Dataset • Preprocessing • Modeling</a:t>
            </a:r>
            <a:endParaRPr lang="en-US" sz="2000" u="sng" dirty="0">
              <a:solidFill>
                <a:schemeClr val="bg1">
                  <a:lumMod val="95000"/>
                </a:schemeClr>
              </a:solidFill>
              <a:latin typeface="Calibri"/>
              <a:ea typeface="Calibri"/>
              <a:cs typeface="Calibri"/>
              <a:sym typeface="Calibri"/>
            </a:endParaRPr>
          </a:p>
        </p:txBody>
      </p:sp>
      <p:sp>
        <p:nvSpPr>
          <p:cNvPr id="3" name="Google Shape;246;p12">
            <a:hlinkClick r:id="rId5" action="ppaction://hlinksldjump"/>
            <a:extLst>
              <a:ext uri="{FF2B5EF4-FFF2-40B4-BE49-F238E27FC236}">
                <a16:creationId xmlns:a16="http://schemas.microsoft.com/office/drawing/2014/main" id="{D3FC874E-7B32-7E2E-FD8D-03AE57E87F7D}"/>
              </a:ext>
            </a:extLst>
          </p:cNvPr>
          <p:cNvSpPr/>
          <p:nvPr/>
        </p:nvSpPr>
        <p:spPr>
          <a:xfrm>
            <a:off x="10661987" y="413656"/>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175">
          <a:extLst>
            <a:ext uri="{FF2B5EF4-FFF2-40B4-BE49-F238E27FC236}">
              <a16:creationId xmlns:a16="http://schemas.microsoft.com/office/drawing/2014/main" id="{C34CBC5B-62BD-4162-51EE-630982B25FAB}"/>
            </a:ext>
          </a:extLst>
        </p:cNvPr>
        <p:cNvGrpSpPr/>
        <p:nvPr/>
      </p:nvGrpSpPr>
      <p:grpSpPr>
        <a:xfrm>
          <a:off x="0" y="0"/>
          <a:ext cx="0" cy="0"/>
          <a:chOff x="0" y="0"/>
          <a:chExt cx="0" cy="0"/>
        </a:xfrm>
      </p:grpSpPr>
      <p:sp>
        <p:nvSpPr>
          <p:cNvPr id="179" name="Google Shape;179;p9">
            <a:extLst>
              <a:ext uri="{FF2B5EF4-FFF2-40B4-BE49-F238E27FC236}">
                <a16:creationId xmlns:a16="http://schemas.microsoft.com/office/drawing/2014/main" id="{A3430A52-C35C-DA4C-EBAE-8692F270D43A}"/>
              </a:ext>
            </a:extLst>
          </p:cNvPr>
          <p:cNvSpPr/>
          <p:nvPr/>
        </p:nvSpPr>
        <p:spPr>
          <a:xfrm>
            <a:off x="1944914" y="1202434"/>
            <a:ext cx="8990944" cy="5036234"/>
          </a:xfrm>
          <a:prstGeom prst="roundRect">
            <a:avLst>
              <a:gd name="adj" fmla="val 16667"/>
            </a:avLst>
          </a:prstGeom>
          <a:solidFill>
            <a:srgbClr val="162235"/>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2400" b="1" i="0" u="none" strike="noStrike" cap="none" dirty="0" smtClean="0">
                <a:solidFill>
                  <a:schemeClr val="bg1">
                    <a:lumMod val="95000"/>
                  </a:schemeClr>
                </a:solidFill>
                <a:latin typeface="Calibri"/>
                <a:ea typeface="Calibri"/>
                <a:cs typeface="Calibri"/>
                <a:sym typeface="Calibri"/>
              </a:rPr>
              <a:t>Home Page</a:t>
            </a:r>
            <a:endParaRPr sz="2400" b="1" i="0" u="none" strike="noStrike" cap="none" dirty="0">
              <a:solidFill>
                <a:schemeClr val="bg1">
                  <a:lumMod val="95000"/>
                </a:schemeClr>
              </a:solidFill>
              <a:latin typeface="Calibri"/>
              <a:ea typeface="Calibri"/>
              <a:cs typeface="Calibri"/>
              <a:sym typeface="Calibri"/>
            </a:endParaRPr>
          </a:p>
          <a:p>
            <a:pPr marL="342900" marR="0" lvl="0" indent="-342900" algn="just" rtl="0">
              <a:lnSpc>
                <a:spcPct val="200000"/>
              </a:lnSpc>
              <a:spcBef>
                <a:spcPts val="800"/>
              </a:spcBef>
              <a:spcAft>
                <a:spcPts val="0"/>
              </a:spcAft>
              <a:buClr>
                <a:srgbClr val="0070C0"/>
              </a:buClr>
              <a:buSzPts val="1800"/>
              <a:buFont typeface="Wingdings" panose="05000000000000000000" pitchFamily="2" charset="2"/>
              <a:buChar char="Ø"/>
            </a:pPr>
            <a:r>
              <a:rPr lang="en-US" sz="1800" b="0" i="0" u="none" strike="noStrike" cap="none" dirty="0">
                <a:solidFill>
                  <a:schemeClr val="bg1">
                    <a:lumMod val="95000"/>
                  </a:schemeClr>
                </a:solidFill>
                <a:latin typeface="Arial"/>
                <a:ea typeface="Arial"/>
                <a:cs typeface="Arial"/>
                <a:sym typeface="Arial"/>
              </a:rPr>
              <a:t>1</a:t>
            </a:r>
            <a:endParaRPr dirty="0">
              <a:solidFill>
                <a:schemeClr val="bg1">
                  <a:lumMod val="95000"/>
                </a:schemeClr>
              </a:solidFill>
            </a:endParaRPr>
          </a:p>
          <a:p>
            <a:pPr marL="0" marR="0" lvl="0" indent="0" algn="just" rtl="0">
              <a:lnSpc>
                <a:spcPct val="15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just" rtl="0">
              <a:lnSpc>
                <a:spcPct val="15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2400" b="1" i="0" u="none" strike="noStrike" cap="none" dirty="0">
              <a:solidFill>
                <a:schemeClr val="dk1"/>
              </a:solidFill>
              <a:latin typeface="Calibri"/>
              <a:ea typeface="Calibri"/>
              <a:cs typeface="Calibri"/>
              <a:sym typeface="Calibri"/>
            </a:endParaRPr>
          </a:p>
          <a:p>
            <a:pPr marL="0" marR="0" lvl="0" indent="0" algn="l" rtl="0">
              <a:lnSpc>
                <a:spcPct val="150000"/>
              </a:lnSpc>
              <a:spcBef>
                <a:spcPts val="800"/>
              </a:spcBef>
              <a:spcAft>
                <a:spcPts val="0"/>
              </a:spcAft>
              <a:buNone/>
            </a:pPr>
            <a:endParaRPr sz="2400" b="1" i="0" u="none" strike="noStrike" cap="none" dirty="0">
              <a:solidFill>
                <a:schemeClr val="dk1"/>
              </a:solidFill>
              <a:latin typeface="Calibri"/>
              <a:ea typeface="Calibri"/>
              <a:cs typeface="Calibri"/>
              <a:sym typeface="Calibri"/>
            </a:endParaRPr>
          </a:p>
          <a:p>
            <a:pPr marL="0" marR="0" lvl="0" indent="0" algn="l" rtl="0">
              <a:lnSpc>
                <a:spcPct val="150000"/>
              </a:lnSpc>
              <a:spcBef>
                <a:spcPts val="800"/>
              </a:spcBef>
              <a:spcAft>
                <a:spcPts val="0"/>
              </a:spcAft>
              <a:buNone/>
            </a:pPr>
            <a:endParaRPr sz="2400" b="1" i="0" u="none" strike="noStrike" cap="none" dirty="0">
              <a:solidFill>
                <a:schemeClr val="dk1"/>
              </a:solidFill>
              <a:latin typeface="Calibri"/>
              <a:ea typeface="Calibri"/>
              <a:cs typeface="Calibri"/>
              <a:sym typeface="Calibri"/>
            </a:endParaRPr>
          </a:p>
        </p:txBody>
      </p:sp>
      <p:pic>
        <p:nvPicPr>
          <p:cNvPr id="180" name="Google Shape;180;p9">
            <a:extLst>
              <a:ext uri="{FF2B5EF4-FFF2-40B4-BE49-F238E27FC236}">
                <a16:creationId xmlns:a16="http://schemas.microsoft.com/office/drawing/2014/main" id="{7B9FDB3B-0577-0868-669F-DBBB28BFC818}"/>
              </a:ext>
            </a:extLst>
          </p:cNvPr>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2FD5B1C4-36B6-D438-429B-526E4354E37A}"/>
              </a:ext>
            </a:extLst>
          </p:cNvPr>
          <p:cNvSpPr/>
          <p:nvPr/>
        </p:nvSpPr>
        <p:spPr>
          <a:xfrm>
            <a:off x="508000" y="335488"/>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solidFill>
                  <a:schemeClr val="bg1">
                    <a:lumMod val="95000"/>
                  </a:schemeClr>
                </a:solidFill>
              </a:rPr>
              <a:t>🧠 </a:t>
            </a:r>
            <a:r>
              <a:rPr lang="en-US" sz="2800" dirty="0" smtClean="0">
                <a:solidFill>
                  <a:schemeClr val="bg1">
                    <a:lumMod val="95000"/>
                  </a:schemeClr>
                </a:solidFill>
              </a:rPr>
              <a:t>Project Building</a:t>
            </a:r>
            <a:endParaRPr lang="en-US" sz="2800" dirty="0">
              <a:solidFill>
                <a:schemeClr val="bg1">
                  <a:lumMod val="95000"/>
                </a:schemeClr>
              </a:solidFill>
            </a:endParaRPr>
          </a:p>
          <a:p>
            <a:pPr lvl="0" algn="ctr">
              <a:buClr>
                <a:srgbClr val="7030A0"/>
              </a:buClr>
              <a:buSzPts val="2800"/>
            </a:pPr>
            <a:r>
              <a:rPr lang="en-US" sz="2000" dirty="0">
                <a:solidFill>
                  <a:schemeClr val="bg1">
                    <a:lumMod val="95000"/>
                  </a:schemeClr>
                </a:solidFill>
              </a:rPr>
              <a:t>Usage • Mental Health • Productivity</a:t>
            </a:r>
            <a:endParaRPr lang="en-US" sz="2000" u="sng" dirty="0">
              <a:solidFill>
                <a:schemeClr val="bg1">
                  <a:lumMod val="95000"/>
                </a:schemeClr>
              </a:solidFill>
              <a:latin typeface="Calibri"/>
              <a:ea typeface="Calibri"/>
              <a:cs typeface="Calibri"/>
              <a:sym typeface="Calibri"/>
            </a:endParaRPr>
          </a:p>
        </p:txBody>
      </p:sp>
      <p:sp>
        <p:nvSpPr>
          <p:cNvPr id="3" name="Google Shape;246;p12">
            <a:hlinkClick r:id="rId4" action="ppaction://hlinksldjump"/>
            <a:extLst>
              <a:ext uri="{FF2B5EF4-FFF2-40B4-BE49-F238E27FC236}">
                <a16:creationId xmlns:a16="http://schemas.microsoft.com/office/drawing/2014/main" id="{D1518112-8FB9-4262-7CF0-467B2881E6B4}"/>
              </a:ext>
            </a:extLst>
          </p:cNvPr>
          <p:cNvSpPr/>
          <p:nvPr/>
        </p:nvSpPr>
        <p:spPr>
          <a:xfrm>
            <a:off x="10661987" y="413656"/>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4" name="Picture 3"/>
          <p:cNvPicPr>
            <a:picLocks noChangeAspect="1"/>
          </p:cNvPicPr>
          <p:nvPr/>
        </p:nvPicPr>
        <p:blipFill rotWithShape="1">
          <a:blip r:embed="rId5"/>
          <a:srcRect l="12513" t="15654" r="16980" b="14923"/>
          <a:stretch/>
        </p:blipFill>
        <p:spPr>
          <a:xfrm>
            <a:off x="2831691" y="2018212"/>
            <a:ext cx="7620000" cy="4220456"/>
          </a:xfrm>
          <a:prstGeom prst="rect">
            <a:avLst/>
          </a:prstGeom>
        </p:spPr>
      </p:pic>
    </p:spTree>
    <p:extLst>
      <p:ext uri="{BB962C8B-B14F-4D97-AF65-F5344CB8AC3E}">
        <p14:creationId xmlns:p14="http://schemas.microsoft.com/office/powerpoint/2010/main" val="1442641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175">
          <a:extLst>
            <a:ext uri="{FF2B5EF4-FFF2-40B4-BE49-F238E27FC236}">
              <a16:creationId xmlns:a16="http://schemas.microsoft.com/office/drawing/2014/main" id="{C34CBC5B-62BD-4162-51EE-630982B25FAB}"/>
            </a:ext>
          </a:extLst>
        </p:cNvPr>
        <p:cNvGrpSpPr/>
        <p:nvPr/>
      </p:nvGrpSpPr>
      <p:grpSpPr>
        <a:xfrm>
          <a:off x="0" y="0"/>
          <a:ext cx="0" cy="0"/>
          <a:chOff x="0" y="0"/>
          <a:chExt cx="0" cy="0"/>
        </a:xfrm>
      </p:grpSpPr>
      <p:sp>
        <p:nvSpPr>
          <p:cNvPr id="179" name="Google Shape;179;p9">
            <a:extLst>
              <a:ext uri="{FF2B5EF4-FFF2-40B4-BE49-F238E27FC236}">
                <a16:creationId xmlns:a16="http://schemas.microsoft.com/office/drawing/2014/main" id="{A3430A52-C35C-DA4C-EBAE-8692F270D43A}"/>
              </a:ext>
            </a:extLst>
          </p:cNvPr>
          <p:cNvSpPr/>
          <p:nvPr/>
        </p:nvSpPr>
        <p:spPr>
          <a:xfrm>
            <a:off x="1944914" y="1202434"/>
            <a:ext cx="8990944" cy="5036234"/>
          </a:xfrm>
          <a:prstGeom prst="roundRect">
            <a:avLst>
              <a:gd name="adj" fmla="val 16667"/>
            </a:avLst>
          </a:prstGeom>
          <a:solidFill>
            <a:srgbClr val="162235"/>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2400" b="1" i="0" u="none" strike="noStrike" cap="none" dirty="0" smtClean="0">
                <a:solidFill>
                  <a:schemeClr val="bg1">
                    <a:lumMod val="95000"/>
                  </a:schemeClr>
                </a:solidFill>
                <a:latin typeface="Calibri"/>
                <a:ea typeface="Calibri"/>
                <a:cs typeface="Calibri"/>
                <a:sym typeface="Calibri"/>
              </a:rPr>
              <a:t>Overview </a:t>
            </a:r>
            <a:endParaRPr sz="2400" b="1" i="0" u="none" strike="noStrike" cap="none" dirty="0">
              <a:solidFill>
                <a:schemeClr val="bg1">
                  <a:lumMod val="95000"/>
                </a:schemeClr>
              </a:solidFill>
              <a:latin typeface="Calibri"/>
              <a:ea typeface="Calibri"/>
              <a:cs typeface="Calibri"/>
              <a:sym typeface="Calibri"/>
            </a:endParaRPr>
          </a:p>
          <a:p>
            <a:pPr marL="0" marR="0" lvl="0" indent="0" algn="just" rtl="0">
              <a:lnSpc>
                <a:spcPct val="15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just" rtl="0">
              <a:lnSpc>
                <a:spcPct val="15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2400" b="1" i="0" u="none" strike="noStrike" cap="none" dirty="0">
              <a:solidFill>
                <a:schemeClr val="dk1"/>
              </a:solidFill>
              <a:latin typeface="Calibri"/>
              <a:ea typeface="Calibri"/>
              <a:cs typeface="Calibri"/>
              <a:sym typeface="Calibri"/>
            </a:endParaRPr>
          </a:p>
          <a:p>
            <a:pPr marL="0" marR="0" lvl="0" indent="0" algn="l" rtl="0">
              <a:lnSpc>
                <a:spcPct val="150000"/>
              </a:lnSpc>
              <a:spcBef>
                <a:spcPts val="800"/>
              </a:spcBef>
              <a:spcAft>
                <a:spcPts val="0"/>
              </a:spcAft>
              <a:buNone/>
            </a:pPr>
            <a:endParaRPr sz="2400" b="1" i="0" u="none" strike="noStrike" cap="none" dirty="0">
              <a:solidFill>
                <a:schemeClr val="dk1"/>
              </a:solidFill>
              <a:latin typeface="Calibri"/>
              <a:ea typeface="Calibri"/>
              <a:cs typeface="Calibri"/>
              <a:sym typeface="Calibri"/>
            </a:endParaRPr>
          </a:p>
          <a:p>
            <a:pPr marL="0" marR="0" lvl="0" indent="0" algn="l" rtl="0">
              <a:lnSpc>
                <a:spcPct val="150000"/>
              </a:lnSpc>
              <a:spcBef>
                <a:spcPts val="800"/>
              </a:spcBef>
              <a:spcAft>
                <a:spcPts val="0"/>
              </a:spcAft>
              <a:buNone/>
            </a:pPr>
            <a:endParaRPr sz="2400" b="1" i="0" u="none" strike="noStrike" cap="none" dirty="0">
              <a:solidFill>
                <a:schemeClr val="dk1"/>
              </a:solidFill>
              <a:latin typeface="Calibri"/>
              <a:ea typeface="Calibri"/>
              <a:cs typeface="Calibri"/>
              <a:sym typeface="Calibri"/>
            </a:endParaRPr>
          </a:p>
        </p:txBody>
      </p:sp>
      <p:pic>
        <p:nvPicPr>
          <p:cNvPr id="180" name="Google Shape;180;p9">
            <a:extLst>
              <a:ext uri="{FF2B5EF4-FFF2-40B4-BE49-F238E27FC236}">
                <a16:creationId xmlns:a16="http://schemas.microsoft.com/office/drawing/2014/main" id="{7B9FDB3B-0577-0868-669F-DBBB28BFC818}"/>
              </a:ext>
            </a:extLst>
          </p:cNvPr>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2FD5B1C4-36B6-D438-429B-526E4354E37A}"/>
              </a:ext>
            </a:extLst>
          </p:cNvPr>
          <p:cNvSpPr/>
          <p:nvPr/>
        </p:nvSpPr>
        <p:spPr>
          <a:xfrm>
            <a:off x="508000" y="335488"/>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solidFill>
                  <a:schemeClr val="bg1">
                    <a:lumMod val="95000"/>
                  </a:schemeClr>
                </a:solidFill>
              </a:rPr>
              <a:t>🧠 </a:t>
            </a:r>
            <a:r>
              <a:rPr lang="en-US" sz="2800" dirty="0" smtClean="0">
                <a:solidFill>
                  <a:schemeClr val="bg1">
                    <a:lumMod val="95000"/>
                  </a:schemeClr>
                </a:solidFill>
              </a:rPr>
              <a:t>Project Building</a:t>
            </a:r>
            <a:endParaRPr lang="en-US" sz="2800" dirty="0">
              <a:solidFill>
                <a:schemeClr val="bg1">
                  <a:lumMod val="95000"/>
                </a:schemeClr>
              </a:solidFill>
            </a:endParaRPr>
          </a:p>
          <a:p>
            <a:pPr lvl="0" algn="ctr">
              <a:buClr>
                <a:srgbClr val="7030A0"/>
              </a:buClr>
              <a:buSzPts val="2800"/>
            </a:pPr>
            <a:r>
              <a:rPr lang="en-US" sz="2000" dirty="0" smtClean="0">
                <a:solidFill>
                  <a:schemeClr val="bg1">
                    <a:lumMod val="95000"/>
                  </a:schemeClr>
                </a:solidFill>
              </a:rPr>
              <a:t>Usage </a:t>
            </a:r>
            <a:r>
              <a:rPr lang="en-US" sz="2000" dirty="0">
                <a:solidFill>
                  <a:schemeClr val="bg1">
                    <a:lumMod val="95000"/>
                  </a:schemeClr>
                </a:solidFill>
              </a:rPr>
              <a:t>• Mental Health • Productivity</a:t>
            </a:r>
            <a:endParaRPr lang="en-US" sz="2000" u="sng" dirty="0">
              <a:solidFill>
                <a:schemeClr val="bg1">
                  <a:lumMod val="95000"/>
                </a:schemeClr>
              </a:solidFill>
              <a:latin typeface="Calibri"/>
              <a:ea typeface="Calibri"/>
              <a:cs typeface="Calibri"/>
              <a:sym typeface="Calibri"/>
            </a:endParaRPr>
          </a:p>
        </p:txBody>
      </p:sp>
      <p:sp>
        <p:nvSpPr>
          <p:cNvPr id="3" name="Google Shape;246;p12">
            <a:hlinkClick r:id="rId4" action="ppaction://hlinksldjump"/>
            <a:extLst>
              <a:ext uri="{FF2B5EF4-FFF2-40B4-BE49-F238E27FC236}">
                <a16:creationId xmlns:a16="http://schemas.microsoft.com/office/drawing/2014/main" id="{D1518112-8FB9-4262-7CF0-467B2881E6B4}"/>
              </a:ext>
            </a:extLst>
          </p:cNvPr>
          <p:cNvSpPr/>
          <p:nvPr/>
        </p:nvSpPr>
        <p:spPr>
          <a:xfrm>
            <a:off x="10661987" y="413656"/>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4" name="Picture 3"/>
          <p:cNvPicPr>
            <a:picLocks noChangeAspect="1"/>
          </p:cNvPicPr>
          <p:nvPr/>
        </p:nvPicPr>
        <p:blipFill rotWithShape="1">
          <a:blip r:embed="rId5"/>
          <a:srcRect l="11841" t="16030" r="16504" b="15197"/>
          <a:stretch/>
        </p:blipFill>
        <p:spPr>
          <a:xfrm>
            <a:off x="3067664" y="2017599"/>
            <a:ext cx="7390367" cy="3989911"/>
          </a:xfrm>
          <a:prstGeom prst="rect">
            <a:avLst/>
          </a:prstGeom>
        </p:spPr>
      </p:pic>
    </p:spTree>
    <p:extLst>
      <p:ext uri="{BB962C8B-B14F-4D97-AF65-F5344CB8AC3E}">
        <p14:creationId xmlns:p14="http://schemas.microsoft.com/office/powerpoint/2010/main" val="931998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175">
          <a:extLst>
            <a:ext uri="{FF2B5EF4-FFF2-40B4-BE49-F238E27FC236}">
              <a16:creationId xmlns:a16="http://schemas.microsoft.com/office/drawing/2014/main" id="{C34CBC5B-62BD-4162-51EE-630982B25FAB}"/>
            </a:ext>
          </a:extLst>
        </p:cNvPr>
        <p:cNvGrpSpPr/>
        <p:nvPr/>
      </p:nvGrpSpPr>
      <p:grpSpPr>
        <a:xfrm>
          <a:off x="0" y="0"/>
          <a:ext cx="0" cy="0"/>
          <a:chOff x="0" y="0"/>
          <a:chExt cx="0" cy="0"/>
        </a:xfrm>
      </p:grpSpPr>
      <p:sp>
        <p:nvSpPr>
          <p:cNvPr id="179" name="Google Shape;179;p9">
            <a:extLst>
              <a:ext uri="{FF2B5EF4-FFF2-40B4-BE49-F238E27FC236}">
                <a16:creationId xmlns:a16="http://schemas.microsoft.com/office/drawing/2014/main" id="{A3430A52-C35C-DA4C-EBAE-8692F270D43A}"/>
              </a:ext>
            </a:extLst>
          </p:cNvPr>
          <p:cNvSpPr/>
          <p:nvPr/>
        </p:nvSpPr>
        <p:spPr>
          <a:xfrm>
            <a:off x="1944914" y="1202434"/>
            <a:ext cx="8990944" cy="5036234"/>
          </a:xfrm>
          <a:prstGeom prst="roundRect">
            <a:avLst>
              <a:gd name="adj" fmla="val 16667"/>
            </a:avLst>
          </a:prstGeom>
          <a:solidFill>
            <a:srgbClr val="162235"/>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2400" b="1" i="0" u="none" strike="noStrike" cap="none" dirty="0" smtClean="0">
                <a:solidFill>
                  <a:schemeClr val="bg1">
                    <a:lumMod val="95000"/>
                  </a:schemeClr>
                </a:solidFill>
                <a:latin typeface="Calibri"/>
                <a:ea typeface="Calibri"/>
                <a:cs typeface="Calibri"/>
                <a:sym typeface="Calibri"/>
              </a:rPr>
              <a:t>Usage Behavior Analysis:</a:t>
            </a:r>
            <a:endParaRPr sz="2400" b="1" i="0" u="none" strike="noStrike" cap="none" dirty="0">
              <a:solidFill>
                <a:schemeClr val="bg1">
                  <a:lumMod val="95000"/>
                </a:schemeClr>
              </a:solidFill>
              <a:latin typeface="Calibri"/>
              <a:ea typeface="Calibri"/>
              <a:cs typeface="Calibri"/>
              <a:sym typeface="Calibri"/>
            </a:endParaRPr>
          </a:p>
          <a:p>
            <a:pPr marL="342900" marR="0" lvl="0" indent="-342900" algn="just" rtl="0">
              <a:lnSpc>
                <a:spcPct val="200000"/>
              </a:lnSpc>
              <a:spcBef>
                <a:spcPts val="800"/>
              </a:spcBef>
              <a:spcAft>
                <a:spcPts val="0"/>
              </a:spcAft>
              <a:buClr>
                <a:srgbClr val="0070C0"/>
              </a:buClr>
              <a:buSzPts val="1800"/>
              <a:buFont typeface="Wingdings" panose="05000000000000000000" pitchFamily="2" charset="2"/>
              <a:buChar char="Ø"/>
            </a:pPr>
            <a:r>
              <a:rPr lang="en-US" sz="1800" b="0" i="0" u="none" strike="noStrike" cap="none" dirty="0">
                <a:solidFill>
                  <a:schemeClr val="bg1">
                    <a:lumMod val="95000"/>
                  </a:schemeClr>
                </a:solidFill>
                <a:latin typeface="Arial"/>
                <a:ea typeface="Arial"/>
                <a:cs typeface="Arial"/>
                <a:sym typeface="Arial"/>
              </a:rPr>
              <a:t>1</a:t>
            </a:r>
            <a:endParaRPr dirty="0">
              <a:solidFill>
                <a:schemeClr val="bg1">
                  <a:lumMod val="95000"/>
                </a:schemeClr>
              </a:solidFill>
            </a:endParaRPr>
          </a:p>
          <a:p>
            <a:pPr marL="0" marR="0" lvl="0" indent="0" algn="just" rtl="0">
              <a:lnSpc>
                <a:spcPct val="15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just" rtl="0">
              <a:lnSpc>
                <a:spcPct val="15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2400" b="1" i="0" u="none" strike="noStrike" cap="none" dirty="0">
              <a:solidFill>
                <a:schemeClr val="dk1"/>
              </a:solidFill>
              <a:latin typeface="Calibri"/>
              <a:ea typeface="Calibri"/>
              <a:cs typeface="Calibri"/>
              <a:sym typeface="Calibri"/>
            </a:endParaRPr>
          </a:p>
          <a:p>
            <a:pPr marL="0" marR="0" lvl="0" indent="0" algn="l" rtl="0">
              <a:lnSpc>
                <a:spcPct val="150000"/>
              </a:lnSpc>
              <a:spcBef>
                <a:spcPts val="800"/>
              </a:spcBef>
              <a:spcAft>
                <a:spcPts val="0"/>
              </a:spcAft>
              <a:buNone/>
            </a:pPr>
            <a:endParaRPr sz="2400" b="1" i="0" u="none" strike="noStrike" cap="none" dirty="0">
              <a:solidFill>
                <a:schemeClr val="dk1"/>
              </a:solidFill>
              <a:latin typeface="Calibri"/>
              <a:ea typeface="Calibri"/>
              <a:cs typeface="Calibri"/>
              <a:sym typeface="Calibri"/>
            </a:endParaRPr>
          </a:p>
          <a:p>
            <a:pPr marL="0" marR="0" lvl="0" indent="0" algn="l" rtl="0">
              <a:lnSpc>
                <a:spcPct val="150000"/>
              </a:lnSpc>
              <a:spcBef>
                <a:spcPts val="800"/>
              </a:spcBef>
              <a:spcAft>
                <a:spcPts val="0"/>
              </a:spcAft>
              <a:buNone/>
            </a:pPr>
            <a:endParaRPr sz="2400" b="1" i="0" u="none" strike="noStrike" cap="none" dirty="0">
              <a:solidFill>
                <a:schemeClr val="dk1"/>
              </a:solidFill>
              <a:latin typeface="Calibri"/>
              <a:ea typeface="Calibri"/>
              <a:cs typeface="Calibri"/>
              <a:sym typeface="Calibri"/>
            </a:endParaRPr>
          </a:p>
        </p:txBody>
      </p:sp>
      <p:pic>
        <p:nvPicPr>
          <p:cNvPr id="180" name="Google Shape;180;p9">
            <a:extLst>
              <a:ext uri="{FF2B5EF4-FFF2-40B4-BE49-F238E27FC236}">
                <a16:creationId xmlns:a16="http://schemas.microsoft.com/office/drawing/2014/main" id="{7B9FDB3B-0577-0868-669F-DBBB28BFC818}"/>
              </a:ext>
            </a:extLst>
          </p:cNvPr>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2FD5B1C4-36B6-D438-429B-526E4354E37A}"/>
              </a:ext>
            </a:extLst>
          </p:cNvPr>
          <p:cNvSpPr/>
          <p:nvPr/>
        </p:nvSpPr>
        <p:spPr>
          <a:xfrm>
            <a:off x="508000" y="335488"/>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solidFill>
                  <a:schemeClr val="bg1">
                    <a:lumMod val="95000"/>
                  </a:schemeClr>
                </a:solidFill>
              </a:rPr>
              <a:t>🧠 </a:t>
            </a:r>
            <a:r>
              <a:rPr lang="en-US" sz="2800" dirty="0" smtClean="0">
                <a:solidFill>
                  <a:schemeClr val="bg1">
                    <a:lumMod val="95000"/>
                  </a:schemeClr>
                </a:solidFill>
              </a:rPr>
              <a:t>Project Building</a:t>
            </a:r>
            <a:endParaRPr lang="en-US" sz="2800" dirty="0">
              <a:solidFill>
                <a:schemeClr val="bg1">
                  <a:lumMod val="95000"/>
                </a:schemeClr>
              </a:solidFill>
            </a:endParaRPr>
          </a:p>
          <a:p>
            <a:pPr lvl="0" algn="ctr">
              <a:buClr>
                <a:srgbClr val="7030A0"/>
              </a:buClr>
              <a:buSzPts val="2800"/>
            </a:pPr>
            <a:r>
              <a:rPr lang="en-US" sz="2000" dirty="0">
                <a:solidFill>
                  <a:schemeClr val="bg1">
                    <a:lumMod val="95000"/>
                  </a:schemeClr>
                </a:solidFill>
              </a:rPr>
              <a:t>Usage • Mental Health • Productivity</a:t>
            </a:r>
            <a:endParaRPr lang="en-US" sz="2000" u="sng" dirty="0">
              <a:solidFill>
                <a:schemeClr val="bg1">
                  <a:lumMod val="95000"/>
                </a:schemeClr>
              </a:solidFill>
              <a:latin typeface="Calibri"/>
              <a:ea typeface="Calibri"/>
              <a:cs typeface="Calibri"/>
              <a:sym typeface="Calibri"/>
            </a:endParaRPr>
          </a:p>
        </p:txBody>
      </p:sp>
      <p:sp>
        <p:nvSpPr>
          <p:cNvPr id="3" name="Google Shape;246;p12">
            <a:hlinkClick r:id="rId4" action="ppaction://hlinksldjump"/>
            <a:extLst>
              <a:ext uri="{FF2B5EF4-FFF2-40B4-BE49-F238E27FC236}">
                <a16:creationId xmlns:a16="http://schemas.microsoft.com/office/drawing/2014/main" id="{D1518112-8FB9-4262-7CF0-467B2881E6B4}"/>
              </a:ext>
            </a:extLst>
          </p:cNvPr>
          <p:cNvSpPr/>
          <p:nvPr/>
        </p:nvSpPr>
        <p:spPr>
          <a:xfrm>
            <a:off x="10661987" y="413656"/>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4" name="Picture 3"/>
          <p:cNvPicPr>
            <a:picLocks noChangeAspect="1"/>
          </p:cNvPicPr>
          <p:nvPr/>
        </p:nvPicPr>
        <p:blipFill rotWithShape="1">
          <a:blip r:embed="rId5"/>
          <a:srcRect l="12127" t="15557" r="16916" b="7938"/>
          <a:stretch/>
        </p:blipFill>
        <p:spPr>
          <a:xfrm>
            <a:off x="2576053" y="1995055"/>
            <a:ext cx="7747818" cy="4120610"/>
          </a:xfrm>
          <a:prstGeom prst="rect">
            <a:avLst/>
          </a:prstGeom>
        </p:spPr>
      </p:pic>
    </p:spTree>
    <p:extLst>
      <p:ext uri="{BB962C8B-B14F-4D97-AF65-F5344CB8AC3E}">
        <p14:creationId xmlns:p14="http://schemas.microsoft.com/office/powerpoint/2010/main" val="600011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175">
          <a:extLst>
            <a:ext uri="{FF2B5EF4-FFF2-40B4-BE49-F238E27FC236}">
              <a16:creationId xmlns:a16="http://schemas.microsoft.com/office/drawing/2014/main" id="{C34CBC5B-62BD-4162-51EE-630982B25FAB}"/>
            </a:ext>
          </a:extLst>
        </p:cNvPr>
        <p:cNvGrpSpPr/>
        <p:nvPr/>
      </p:nvGrpSpPr>
      <p:grpSpPr>
        <a:xfrm>
          <a:off x="0" y="0"/>
          <a:ext cx="0" cy="0"/>
          <a:chOff x="0" y="0"/>
          <a:chExt cx="0" cy="0"/>
        </a:xfrm>
      </p:grpSpPr>
      <p:sp>
        <p:nvSpPr>
          <p:cNvPr id="179" name="Google Shape;179;p9">
            <a:extLst>
              <a:ext uri="{FF2B5EF4-FFF2-40B4-BE49-F238E27FC236}">
                <a16:creationId xmlns:a16="http://schemas.microsoft.com/office/drawing/2014/main" id="{A3430A52-C35C-DA4C-EBAE-8692F270D43A}"/>
              </a:ext>
            </a:extLst>
          </p:cNvPr>
          <p:cNvSpPr/>
          <p:nvPr/>
        </p:nvSpPr>
        <p:spPr>
          <a:xfrm>
            <a:off x="1944914" y="1202434"/>
            <a:ext cx="8990944" cy="5036234"/>
          </a:xfrm>
          <a:prstGeom prst="roundRect">
            <a:avLst>
              <a:gd name="adj" fmla="val 16667"/>
            </a:avLst>
          </a:prstGeom>
          <a:solidFill>
            <a:srgbClr val="162235"/>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2400" b="1" i="0" u="none" strike="noStrike" cap="none" dirty="0" smtClean="0">
                <a:solidFill>
                  <a:schemeClr val="bg1">
                    <a:lumMod val="95000"/>
                  </a:schemeClr>
                </a:solidFill>
                <a:latin typeface="Calibri"/>
                <a:ea typeface="Calibri"/>
                <a:cs typeface="Calibri"/>
                <a:sym typeface="Calibri"/>
              </a:rPr>
              <a:t>Productivity &amp; Lifestyle</a:t>
            </a:r>
            <a:endParaRPr sz="2400" b="1" i="0" u="none" strike="noStrike" cap="none" dirty="0">
              <a:solidFill>
                <a:schemeClr val="bg1">
                  <a:lumMod val="95000"/>
                </a:schemeClr>
              </a:solidFill>
              <a:latin typeface="Calibri"/>
              <a:ea typeface="Calibri"/>
              <a:cs typeface="Calibri"/>
              <a:sym typeface="Calibri"/>
            </a:endParaRPr>
          </a:p>
          <a:p>
            <a:pPr marL="342900" marR="0" lvl="0" indent="-342900" algn="just" rtl="0">
              <a:lnSpc>
                <a:spcPct val="200000"/>
              </a:lnSpc>
              <a:spcBef>
                <a:spcPts val="800"/>
              </a:spcBef>
              <a:spcAft>
                <a:spcPts val="0"/>
              </a:spcAft>
              <a:buClr>
                <a:srgbClr val="0070C0"/>
              </a:buClr>
              <a:buSzPts val="1800"/>
              <a:buFont typeface="Wingdings" panose="05000000000000000000" pitchFamily="2" charset="2"/>
              <a:buChar char="Ø"/>
            </a:pPr>
            <a:r>
              <a:rPr lang="en-US" sz="1800" b="0" i="0" u="none" strike="noStrike" cap="none" dirty="0">
                <a:solidFill>
                  <a:schemeClr val="bg1">
                    <a:lumMod val="95000"/>
                  </a:schemeClr>
                </a:solidFill>
                <a:latin typeface="Arial"/>
                <a:ea typeface="Arial"/>
                <a:cs typeface="Arial"/>
                <a:sym typeface="Arial"/>
              </a:rPr>
              <a:t>1</a:t>
            </a:r>
            <a:endParaRPr dirty="0">
              <a:solidFill>
                <a:schemeClr val="bg1">
                  <a:lumMod val="95000"/>
                </a:schemeClr>
              </a:solidFill>
            </a:endParaRPr>
          </a:p>
          <a:p>
            <a:pPr marL="0" marR="0" lvl="0" indent="0" algn="just" rtl="0">
              <a:lnSpc>
                <a:spcPct val="15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just" rtl="0">
              <a:lnSpc>
                <a:spcPct val="15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2400" b="1" i="0" u="none" strike="noStrike" cap="none" dirty="0">
              <a:solidFill>
                <a:schemeClr val="dk1"/>
              </a:solidFill>
              <a:latin typeface="Calibri"/>
              <a:ea typeface="Calibri"/>
              <a:cs typeface="Calibri"/>
              <a:sym typeface="Calibri"/>
            </a:endParaRPr>
          </a:p>
          <a:p>
            <a:pPr marL="0" marR="0" lvl="0" indent="0" algn="l" rtl="0">
              <a:lnSpc>
                <a:spcPct val="150000"/>
              </a:lnSpc>
              <a:spcBef>
                <a:spcPts val="800"/>
              </a:spcBef>
              <a:spcAft>
                <a:spcPts val="0"/>
              </a:spcAft>
              <a:buNone/>
            </a:pPr>
            <a:endParaRPr sz="2400" b="1" i="0" u="none" strike="noStrike" cap="none" dirty="0">
              <a:solidFill>
                <a:schemeClr val="dk1"/>
              </a:solidFill>
              <a:latin typeface="Calibri"/>
              <a:ea typeface="Calibri"/>
              <a:cs typeface="Calibri"/>
              <a:sym typeface="Calibri"/>
            </a:endParaRPr>
          </a:p>
          <a:p>
            <a:pPr marL="0" marR="0" lvl="0" indent="0" algn="l" rtl="0">
              <a:lnSpc>
                <a:spcPct val="150000"/>
              </a:lnSpc>
              <a:spcBef>
                <a:spcPts val="800"/>
              </a:spcBef>
              <a:spcAft>
                <a:spcPts val="0"/>
              </a:spcAft>
              <a:buNone/>
            </a:pPr>
            <a:endParaRPr sz="2400" b="1" i="0" u="none" strike="noStrike" cap="none" dirty="0">
              <a:solidFill>
                <a:schemeClr val="dk1"/>
              </a:solidFill>
              <a:latin typeface="Calibri"/>
              <a:ea typeface="Calibri"/>
              <a:cs typeface="Calibri"/>
              <a:sym typeface="Calibri"/>
            </a:endParaRPr>
          </a:p>
        </p:txBody>
      </p:sp>
      <p:pic>
        <p:nvPicPr>
          <p:cNvPr id="180" name="Google Shape;180;p9">
            <a:extLst>
              <a:ext uri="{FF2B5EF4-FFF2-40B4-BE49-F238E27FC236}">
                <a16:creationId xmlns:a16="http://schemas.microsoft.com/office/drawing/2014/main" id="{7B9FDB3B-0577-0868-669F-DBBB28BFC818}"/>
              </a:ext>
            </a:extLst>
          </p:cNvPr>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2FD5B1C4-36B6-D438-429B-526E4354E37A}"/>
              </a:ext>
            </a:extLst>
          </p:cNvPr>
          <p:cNvSpPr/>
          <p:nvPr/>
        </p:nvSpPr>
        <p:spPr>
          <a:xfrm>
            <a:off x="508000" y="335488"/>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solidFill>
                  <a:schemeClr val="bg1">
                    <a:lumMod val="95000"/>
                  </a:schemeClr>
                </a:solidFill>
              </a:rPr>
              <a:t>🧠 </a:t>
            </a:r>
            <a:r>
              <a:rPr lang="en-US" sz="2800" dirty="0" smtClean="0">
                <a:solidFill>
                  <a:schemeClr val="bg1">
                    <a:lumMod val="95000"/>
                  </a:schemeClr>
                </a:solidFill>
              </a:rPr>
              <a:t>Project Building</a:t>
            </a:r>
            <a:endParaRPr lang="en-US" sz="2800" dirty="0">
              <a:solidFill>
                <a:schemeClr val="bg1">
                  <a:lumMod val="95000"/>
                </a:schemeClr>
              </a:solidFill>
            </a:endParaRPr>
          </a:p>
          <a:p>
            <a:pPr lvl="0" algn="ctr">
              <a:buClr>
                <a:srgbClr val="7030A0"/>
              </a:buClr>
              <a:buSzPts val="2800"/>
            </a:pPr>
            <a:r>
              <a:rPr lang="en-US" sz="2000" dirty="0">
                <a:solidFill>
                  <a:schemeClr val="bg1">
                    <a:lumMod val="95000"/>
                  </a:schemeClr>
                </a:solidFill>
              </a:rPr>
              <a:t>Usage • Mental Health • Productivity</a:t>
            </a:r>
            <a:endParaRPr lang="en-US" sz="2000" u="sng" dirty="0">
              <a:solidFill>
                <a:schemeClr val="bg1">
                  <a:lumMod val="95000"/>
                </a:schemeClr>
              </a:solidFill>
              <a:latin typeface="Calibri"/>
              <a:ea typeface="Calibri"/>
              <a:cs typeface="Calibri"/>
              <a:sym typeface="Calibri"/>
            </a:endParaRPr>
          </a:p>
        </p:txBody>
      </p:sp>
      <p:sp>
        <p:nvSpPr>
          <p:cNvPr id="3" name="Google Shape;246;p12">
            <a:hlinkClick r:id="rId4" action="ppaction://hlinksldjump"/>
            <a:extLst>
              <a:ext uri="{FF2B5EF4-FFF2-40B4-BE49-F238E27FC236}">
                <a16:creationId xmlns:a16="http://schemas.microsoft.com/office/drawing/2014/main" id="{D1518112-8FB9-4262-7CF0-467B2881E6B4}"/>
              </a:ext>
            </a:extLst>
          </p:cNvPr>
          <p:cNvSpPr/>
          <p:nvPr/>
        </p:nvSpPr>
        <p:spPr>
          <a:xfrm>
            <a:off x="10661987" y="413656"/>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4" name="Picture 3"/>
          <p:cNvPicPr>
            <a:picLocks noChangeAspect="1"/>
          </p:cNvPicPr>
          <p:nvPr/>
        </p:nvPicPr>
        <p:blipFill rotWithShape="1">
          <a:blip r:embed="rId5"/>
          <a:srcRect l="11622" t="14946" r="16868" b="8665"/>
          <a:stretch/>
        </p:blipFill>
        <p:spPr>
          <a:xfrm>
            <a:off x="2644876" y="2168112"/>
            <a:ext cx="8017111" cy="3809901"/>
          </a:xfrm>
          <a:prstGeom prst="rect">
            <a:avLst/>
          </a:prstGeom>
        </p:spPr>
      </p:pic>
    </p:spTree>
    <p:extLst>
      <p:ext uri="{BB962C8B-B14F-4D97-AF65-F5344CB8AC3E}">
        <p14:creationId xmlns:p14="http://schemas.microsoft.com/office/powerpoint/2010/main" val="3659638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175">
          <a:extLst>
            <a:ext uri="{FF2B5EF4-FFF2-40B4-BE49-F238E27FC236}">
              <a16:creationId xmlns:a16="http://schemas.microsoft.com/office/drawing/2014/main" id="{C34CBC5B-62BD-4162-51EE-630982B25FAB}"/>
            </a:ext>
          </a:extLst>
        </p:cNvPr>
        <p:cNvGrpSpPr/>
        <p:nvPr/>
      </p:nvGrpSpPr>
      <p:grpSpPr>
        <a:xfrm>
          <a:off x="0" y="0"/>
          <a:ext cx="0" cy="0"/>
          <a:chOff x="0" y="0"/>
          <a:chExt cx="0" cy="0"/>
        </a:xfrm>
      </p:grpSpPr>
      <p:sp>
        <p:nvSpPr>
          <p:cNvPr id="179" name="Google Shape;179;p9">
            <a:extLst>
              <a:ext uri="{FF2B5EF4-FFF2-40B4-BE49-F238E27FC236}">
                <a16:creationId xmlns:a16="http://schemas.microsoft.com/office/drawing/2014/main" id="{A3430A52-C35C-DA4C-EBAE-8692F270D43A}"/>
              </a:ext>
            </a:extLst>
          </p:cNvPr>
          <p:cNvSpPr/>
          <p:nvPr/>
        </p:nvSpPr>
        <p:spPr>
          <a:xfrm>
            <a:off x="1944914" y="1202434"/>
            <a:ext cx="8990944" cy="5036234"/>
          </a:xfrm>
          <a:prstGeom prst="roundRect">
            <a:avLst>
              <a:gd name="adj" fmla="val 16667"/>
            </a:avLst>
          </a:prstGeom>
          <a:solidFill>
            <a:srgbClr val="162235"/>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2400" b="1" i="0" u="none" strike="noStrike" cap="none" dirty="0" smtClean="0">
                <a:solidFill>
                  <a:schemeClr val="bg1">
                    <a:lumMod val="95000"/>
                  </a:schemeClr>
                </a:solidFill>
                <a:latin typeface="Calibri"/>
                <a:ea typeface="Calibri"/>
                <a:cs typeface="Calibri"/>
                <a:sym typeface="Calibri"/>
              </a:rPr>
              <a:t>Mental Health Analysis</a:t>
            </a:r>
            <a:endParaRPr sz="2400" b="1" i="0" u="none" strike="noStrike" cap="none" dirty="0">
              <a:solidFill>
                <a:schemeClr val="bg1">
                  <a:lumMod val="95000"/>
                </a:schemeClr>
              </a:solidFill>
              <a:latin typeface="Calibri"/>
              <a:ea typeface="Calibri"/>
              <a:cs typeface="Calibri"/>
              <a:sym typeface="Calibri"/>
            </a:endParaRPr>
          </a:p>
          <a:p>
            <a:pPr marL="342900" marR="0" lvl="0" indent="-342900" algn="just" rtl="0">
              <a:lnSpc>
                <a:spcPct val="200000"/>
              </a:lnSpc>
              <a:spcBef>
                <a:spcPts val="800"/>
              </a:spcBef>
              <a:spcAft>
                <a:spcPts val="0"/>
              </a:spcAft>
              <a:buClr>
                <a:srgbClr val="0070C0"/>
              </a:buClr>
              <a:buSzPts val="1800"/>
              <a:buFont typeface="Wingdings" panose="05000000000000000000" pitchFamily="2" charset="2"/>
              <a:buChar char="Ø"/>
            </a:pPr>
            <a:r>
              <a:rPr lang="en-US" sz="1800" b="0" i="0" u="none" strike="noStrike" cap="none" dirty="0">
                <a:solidFill>
                  <a:schemeClr val="bg1">
                    <a:lumMod val="95000"/>
                  </a:schemeClr>
                </a:solidFill>
                <a:latin typeface="Arial"/>
                <a:ea typeface="Arial"/>
                <a:cs typeface="Arial"/>
                <a:sym typeface="Arial"/>
              </a:rPr>
              <a:t>1</a:t>
            </a:r>
            <a:endParaRPr dirty="0">
              <a:solidFill>
                <a:schemeClr val="bg1">
                  <a:lumMod val="95000"/>
                </a:schemeClr>
              </a:solidFill>
            </a:endParaRPr>
          </a:p>
          <a:p>
            <a:pPr marL="0" marR="0" lvl="0" indent="0" algn="just" rtl="0">
              <a:lnSpc>
                <a:spcPct val="15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just" rtl="0">
              <a:lnSpc>
                <a:spcPct val="15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2400" b="1" i="0" u="none" strike="noStrike" cap="none" dirty="0">
              <a:solidFill>
                <a:schemeClr val="dk1"/>
              </a:solidFill>
              <a:latin typeface="Calibri"/>
              <a:ea typeface="Calibri"/>
              <a:cs typeface="Calibri"/>
              <a:sym typeface="Calibri"/>
            </a:endParaRPr>
          </a:p>
          <a:p>
            <a:pPr marL="0" marR="0" lvl="0" indent="0" algn="l" rtl="0">
              <a:lnSpc>
                <a:spcPct val="150000"/>
              </a:lnSpc>
              <a:spcBef>
                <a:spcPts val="800"/>
              </a:spcBef>
              <a:spcAft>
                <a:spcPts val="0"/>
              </a:spcAft>
              <a:buNone/>
            </a:pPr>
            <a:endParaRPr sz="2400" b="1" i="0" u="none" strike="noStrike" cap="none" dirty="0">
              <a:solidFill>
                <a:schemeClr val="dk1"/>
              </a:solidFill>
              <a:latin typeface="Calibri"/>
              <a:ea typeface="Calibri"/>
              <a:cs typeface="Calibri"/>
              <a:sym typeface="Calibri"/>
            </a:endParaRPr>
          </a:p>
          <a:p>
            <a:pPr marL="0" marR="0" lvl="0" indent="0" algn="l" rtl="0">
              <a:lnSpc>
                <a:spcPct val="150000"/>
              </a:lnSpc>
              <a:spcBef>
                <a:spcPts val="800"/>
              </a:spcBef>
              <a:spcAft>
                <a:spcPts val="0"/>
              </a:spcAft>
              <a:buNone/>
            </a:pPr>
            <a:endParaRPr sz="2400" b="1" i="0" u="none" strike="noStrike" cap="none" dirty="0">
              <a:solidFill>
                <a:schemeClr val="dk1"/>
              </a:solidFill>
              <a:latin typeface="Calibri"/>
              <a:ea typeface="Calibri"/>
              <a:cs typeface="Calibri"/>
              <a:sym typeface="Calibri"/>
            </a:endParaRPr>
          </a:p>
        </p:txBody>
      </p:sp>
      <p:pic>
        <p:nvPicPr>
          <p:cNvPr id="180" name="Google Shape;180;p9">
            <a:extLst>
              <a:ext uri="{FF2B5EF4-FFF2-40B4-BE49-F238E27FC236}">
                <a16:creationId xmlns:a16="http://schemas.microsoft.com/office/drawing/2014/main" id="{7B9FDB3B-0577-0868-669F-DBBB28BFC818}"/>
              </a:ext>
            </a:extLst>
          </p:cNvPr>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2FD5B1C4-36B6-D438-429B-526E4354E37A}"/>
              </a:ext>
            </a:extLst>
          </p:cNvPr>
          <p:cNvSpPr/>
          <p:nvPr/>
        </p:nvSpPr>
        <p:spPr>
          <a:xfrm>
            <a:off x="508000" y="335488"/>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solidFill>
                  <a:schemeClr val="bg1">
                    <a:lumMod val="95000"/>
                  </a:schemeClr>
                </a:solidFill>
              </a:rPr>
              <a:t>🧠 </a:t>
            </a:r>
            <a:r>
              <a:rPr lang="en-US" sz="2800" dirty="0" smtClean="0">
                <a:solidFill>
                  <a:schemeClr val="bg1">
                    <a:lumMod val="95000"/>
                  </a:schemeClr>
                </a:solidFill>
              </a:rPr>
              <a:t>Project Building</a:t>
            </a:r>
            <a:endParaRPr lang="en-US" sz="2800" dirty="0">
              <a:solidFill>
                <a:schemeClr val="bg1">
                  <a:lumMod val="95000"/>
                </a:schemeClr>
              </a:solidFill>
            </a:endParaRPr>
          </a:p>
          <a:p>
            <a:pPr lvl="0" algn="ctr">
              <a:buClr>
                <a:srgbClr val="7030A0"/>
              </a:buClr>
              <a:buSzPts val="2800"/>
            </a:pPr>
            <a:r>
              <a:rPr lang="en-US" sz="2000" dirty="0">
                <a:solidFill>
                  <a:schemeClr val="bg1">
                    <a:lumMod val="95000"/>
                  </a:schemeClr>
                </a:solidFill>
              </a:rPr>
              <a:t>Usage • Mental Health • Productivity</a:t>
            </a:r>
            <a:endParaRPr lang="en-US" sz="2000" u="sng" dirty="0">
              <a:solidFill>
                <a:schemeClr val="bg1">
                  <a:lumMod val="95000"/>
                </a:schemeClr>
              </a:solidFill>
              <a:latin typeface="Calibri"/>
              <a:ea typeface="Calibri"/>
              <a:cs typeface="Calibri"/>
              <a:sym typeface="Calibri"/>
            </a:endParaRPr>
          </a:p>
        </p:txBody>
      </p:sp>
      <p:sp>
        <p:nvSpPr>
          <p:cNvPr id="3" name="Google Shape;246;p12">
            <a:hlinkClick r:id="rId4" action="ppaction://hlinksldjump"/>
            <a:extLst>
              <a:ext uri="{FF2B5EF4-FFF2-40B4-BE49-F238E27FC236}">
                <a16:creationId xmlns:a16="http://schemas.microsoft.com/office/drawing/2014/main" id="{D1518112-8FB9-4262-7CF0-467B2881E6B4}"/>
              </a:ext>
            </a:extLst>
          </p:cNvPr>
          <p:cNvSpPr/>
          <p:nvPr/>
        </p:nvSpPr>
        <p:spPr>
          <a:xfrm>
            <a:off x="10661987" y="413656"/>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4" name="Picture 3"/>
          <p:cNvPicPr>
            <a:picLocks noChangeAspect="1"/>
          </p:cNvPicPr>
          <p:nvPr/>
        </p:nvPicPr>
        <p:blipFill rotWithShape="1">
          <a:blip r:embed="rId5"/>
          <a:srcRect l="11902" t="16276" r="16852" b="7918"/>
          <a:stretch/>
        </p:blipFill>
        <p:spPr>
          <a:xfrm>
            <a:off x="2576051" y="2031955"/>
            <a:ext cx="8085936" cy="4101864"/>
          </a:xfrm>
          <a:prstGeom prst="rect">
            <a:avLst/>
          </a:prstGeom>
        </p:spPr>
      </p:pic>
    </p:spTree>
    <p:extLst>
      <p:ext uri="{BB962C8B-B14F-4D97-AF65-F5344CB8AC3E}">
        <p14:creationId xmlns:p14="http://schemas.microsoft.com/office/powerpoint/2010/main" val="23565712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832"/>
        <p:cNvGrpSpPr/>
        <p:nvPr/>
      </p:nvGrpSpPr>
      <p:grpSpPr>
        <a:xfrm>
          <a:off x="0" y="0"/>
          <a:ext cx="0" cy="0"/>
          <a:chOff x="0" y="0"/>
          <a:chExt cx="0" cy="0"/>
        </a:xfrm>
      </p:grpSpPr>
      <p:pic>
        <p:nvPicPr>
          <p:cNvPr id="837" name="Google Shape;837;p29"/>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F94FF8BB-ED82-7DD1-8E9C-C252FAD8DBC4}"/>
              </a:ext>
            </a:extLst>
          </p:cNvPr>
          <p:cNvSpPr/>
          <p:nvPr/>
        </p:nvSpPr>
        <p:spPr>
          <a:xfrm>
            <a:off x="593725" y="257301"/>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a:lnSpc>
                <a:spcPct val="150000"/>
              </a:lnSpc>
            </a:pPr>
            <a:r>
              <a:rPr lang="en-US" sz="2800" b="1" dirty="0">
                <a:solidFill>
                  <a:schemeClr val="bg1">
                    <a:lumMod val="95000"/>
                  </a:schemeClr>
                </a:solidFill>
              </a:rPr>
              <a:t>🔥 FINAL INSIGHT (VERY </a:t>
            </a:r>
            <a:r>
              <a:rPr lang="en-US" sz="2800" b="1" dirty="0" smtClean="0">
                <a:solidFill>
                  <a:schemeClr val="bg1">
                    <a:lumMod val="95000"/>
                  </a:schemeClr>
                </a:solidFill>
              </a:rPr>
              <a:t>IMPORTANT)</a:t>
            </a:r>
            <a:endParaRPr lang="en-US" sz="2000" u="sng" dirty="0">
              <a:solidFill>
                <a:schemeClr val="bg1">
                  <a:lumMod val="95000"/>
                </a:schemeClr>
              </a:solidFill>
              <a:latin typeface="Calibri"/>
              <a:ea typeface="Calibri"/>
              <a:cs typeface="Calibri"/>
              <a:sym typeface="Calibri"/>
            </a:endParaRPr>
          </a:p>
        </p:txBody>
      </p:sp>
      <p:sp>
        <p:nvSpPr>
          <p:cNvPr id="3" name="Google Shape;835;p29">
            <a:hlinkClick r:id="rId4"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41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9" name="Google Shape;179;p9"/>
          <p:cNvSpPr/>
          <p:nvPr/>
        </p:nvSpPr>
        <p:spPr>
          <a:xfrm>
            <a:off x="2427883" y="1349163"/>
            <a:ext cx="8990944" cy="503623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chemeClr val="dk1"/>
              </a:buClr>
              <a:buSzPts val="1600"/>
              <a:buFont typeface="Arial"/>
              <a:buNone/>
            </a:pPr>
            <a:endParaRPr sz="1600" b="0" i="0" u="none" strike="noStrike" cap="none" smtClean="0">
              <a:solidFill>
                <a:schemeClr val="dk1"/>
              </a:solidFill>
              <a:latin typeface="Arial"/>
              <a:ea typeface="Arial"/>
              <a:cs typeface="Arial"/>
              <a:sym typeface="Arial"/>
            </a:endParaRPr>
          </a:p>
          <a:p>
            <a:pPr marL="0" marR="0" lvl="0" indent="0" algn="just" rtl="0">
              <a:lnSpc>
                <a:spcPct val="150000"/>
              </a:lnSpc>
              <a:spcBef>
                <a:spcPts val="0"/>
              </a:spcBef>
              <a:spcAft>
                <a:spcPts val="0"/>
              </a:spcAft>
              <a:buClr>
                <a:schemeClr val="dk1"/>
              </a:buClr>
              <a:buSzPts val="1600"/>
              <a:buFont typeface="Arial"/>
              <a:buNone/>
            </a:pPr>
            <a:endParaRPr sz="1600" b="0" i="0" u="none" strike="noStrike" cap="none" smtClean="0">
              <a:solidFill>
                <a:schemeClr val="dk1"/>
              </a:solidFill>
              <a:latin typeface="Arial"/>
              <a:ea typeface="Arial"/>
              <a:cs typeface="Arial"/>
              <a:sym typeface="Arial"/>
            </a:endParaRPr>
          </a:p>
          <a:p>
            <a:pPr marL="0" marR="0" lvl="0" indent="0" algn="l" rtl="0">
              <a:lnSpc>
                <a:spcPct val="150000"/>
              </a:lnSpc>
              <a:spcBef>
                <a:spcPts val="0"/>
              </a:spcBef>
              <a:spcAft>
                <a:spcPts val="0"/>
              </a:spcAft>
              <a:buNone/>
            </a:pPr>
            <a:endParaRPr sz="2400" b="1" i="0" u="none" strike="noStrike" cap="none" smtClean="0">
              <a:solidFill>
                <a:schemeClr val="dk1"/>
              </a:solidFill>
              <a:latin typeface="Calibri"/>
              <a:ea typeface="Calibri"/>
              <a:cs typeface="Calibri"/>
              <a:sym typeface="Calibri"/>
            </a:endParaRPr>
          </a:p>
          <a:p>
            <a:pPr marL="0" marR="0" lvl="0" indent="0" algn="l" rtl="0">
              <a:lnSpc>
                <a:spcPct val="150000"/>
              </a:lnSpc>
              <a:spcBef>
                <a:spcPts val="800"/>
              </a:spcBef>
              <a:spcAft>
                <a:spcPts val="0"/>
              </a:spcAft>
              <a:buNone/>
            </a:pPr>
            <a:endParaRPr sz="2400" b="1" i="0" u="none" strike="noStrike" cap="none" smtClean="0">
              <a:solidFill>
                <a:schemeClr val="dk1"/>
              </a:solidFill>
              <a:latin typeface="Calibri"/>
              <a:ea typeface="Calibri"/>
              <a:cs typeface="Calibri"/>
              <a:sym typeface="Calibri"/>
            </a:endParaRPr>
          </a:p>
          <a:p>
            <a:pPr marL="0" marR="0" lvl="0" indent="0" algn="l" rtl="0">
              <a:lnSpc>
                <a:spcPct val="150000"/>
              </a:lnSpc>
              <a:spcBef>
                <a:spcPts val="800"/>
              </a:spcBef>
              <a:spcAft>
                <a:spcPts val="0"/>
              </a:spcAft>
              <a:buNone/>
            </a:pPr>
            <a:endParaRPr sz="2400" b="1" i="0" u="none" strike="noStrike" cap="none" dirty="0">
              <a:solidFill>
                <a:schemeClr val="dk1"/>
              </a:solidFill>
              <a:latin typeface="Calibri"/>
              <a:ea typeface="Calibri"/>
              <a:cs typeface="Calibri"/>
              <a:sym typeface="Calibri"/>
            </a:endParaRPr>
          </a:p>
        </p:txBody>
      </p:sp>
      <p:sp>
        <p:nvSpPr>
          <p:cNvPr id="10" name="Rectangle 9"/>
          <p:cNvSpPr/>
          <p:nvPr/>
        </p:nvSpPr>
        <p:spPr>
          <a:xfrm>
            <a:off x="2712720" y="1521515"/>
            <a:ext cx="8403917" cy="3693319"/>
          </a:xfrm>
          <a:prstGeom prst="rect">
            <a:avLst/>
          </a:prstGeom>
        </p:spPr>
        <p:txBody>
          <a:bodyPr wrap="square">
            <a:spAutoFit/>
          </a:bodyPr>
          <a:lstStyle/>
          <a:p>
            <a:pPr>
              <a:lnSpc>
                <a:spcPct val="200000"/>
              </a:lnSpc>
            </a:pPr>
            <a:r>
              <a:rPr lang="en-US" sz="3600" dirty="0" smtClean="0">
                <a:solidFill>
                  <a:schemeClr val="bg1">
                    <a:lumMod val="95000"/>
                  </a:schemeClr>
                </a:solidFill>
              </a:rPr>
              <a:t>👉 </a:t>
            </a:r>
            <a:r>
              <a:rPr lang="en-US" sz="3600" dirty="0">
                <a:solidFill>
                  <a:schemeClr val="bg1">
                    <a:lumMod val="95000"/>
                  </a:schemeClr>
                </a:solidFill>
              </a:rPr>
              <a:t>Each column plays a role:</a:t>
            </a:r>
          </a:p>
          <a:p>
            <a:pPr>
              <a:lnSpc>
                <a:spcPct val="150000"/>
              </a:lnSpc>
            </a:pPr>
            <a:r>
              <a:rPr lang="en-US" sz="3600" dirty="0">
                <a:solidFill>
                  <a:schemeClr val="bg1">
                    <a:lumMod val="95000"/>
                  </a:schemeClr>
                </a:solidFill>
              </a:rPr>
              <a:t>Usage Data → Explains Behavior</a:t>
            </a:r>
            <a:br>
              <a:rPr lang="en-US" sz="3600" dirty="0">
                <a:solidFill>
                  <a:schemeClr val="bg1">
                    <a:lumMod val="95000"/>
                  </a:schemeClr>
                </a:solidFill>
              </a:rPr>
            </a:br>
            <a:r>
              <a:rPr lang="en-US" sz="3600" dirty="0">
                <a:solidFill>
                  <a:schemeClr val="bg1">
                    <a:lumMod val="95000"/>
                  </a:schemeClr>
                </a:solidFill>
              </a:rPr>
              <a:t>Mental Data → Explains Impact</a:t>
            </a:r>
            <a:br>
              <a:rPr lang="en-US" sz="3600" dirty="0">
                <a:solidFill>
                  <a:schemeClr val="bg1">
                    <a:lumMod val="95000"/>
                  </a:schemeClr>
                </a:solidFill>
              </a:rPr>
            </a:br>
            <a:r>
              <a:rPr lang="en-US" sz="3600" dirty="0">
                <a:solidFill>
                  <a:schemeClr val="bg1">
                    <a:lumMod val="95000"/>
                  </a:schemeClr>
                </a:solidFill>
              </a:rPr>
              <a:t>Productivity Data → Explains Outcome</a:t>
            </a:r>
          </a:p>
        </p:txBody>
      </p:sp>
      <p:sp>
        <p:nvSpPr>
          <p:cNvPr id="7" name="Rectangle 6"/>
          <p:cNvSpPr/>
          <p:nvPr/>
        </p:nvSpPr>
        <p:spPr>
          <a:xfrm>
            <a:off x="3111923" y="5474580"/>
            <a:ext cx="7823935" cy="480837"/>
          </a:xfrm>
          <a:prstGeom prst="rect">
            <a:avLst/>
          </a:prstGeom>
        </p:spPr>
        <p:txBody>
          <a:bodyPr wrap="square">
            <a:spAutoFit/>
          </a:bodyPr>
          <a:lstStyle/>
          <a:p>
            <a:pPr>
              <a:lnSpc>
                <a:spcPct val="115000"/>
              </a:lnSpc>
              <a:spcAft>
                <a:spcPts val="800"/>
              </a:spcAft>
            </a:pPr>
            <a:r>
              <a:rPr lang="en-US" sz="2400" b="1" u="sng" kern="100" dirty="0">
                <a:latin typeface="Segoe UI Emoji" panose="020B0502040204020203" pitchFamily="34" charset="0"/>
                <a:ea typeface="Aptos"/>
                <a:cs typeface="Segoe UI Emoji" panose="020B0502040204020203" pitchFamily="34" charset="0"/>
              </a:rPr>
              <a:t>👉</a:t>
            </a:r>
            <a:r>
              <a:rPr lang="en-US" sz="2400" b="1" u="sng" kern="100" dirty="0">
                <a:solidFill>
                  <a:srgbClr val="80340D"/>
                </a:solidFill>
                <a:latin typeface="Aptos"/>
                <a:ea typeface="Aptos"/>
                <a:cs typeface="Arial" panose="020B0604020202020204" pitchFamily="34" charset="0"/>
              </a:rPr>
              <a:t> Addiction ↑ → Productivity ↓ → Mental Health ↓</a:t>
            </a:r>
            <a:endParaRPr lang="en-US" sz="2000" kern="100" dirty="0">
              <a:effectLst/>
              <a:latin typeface="Aptos"/>
              <a:ea typeface="Aptos"/>
              <a:cs typeface="Arial" panose="020B060402020202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832"/>
        <p:cNvGrpSpPr/>
        <p:nvPr/>
      </p:nvGrpSpPr>
      <p:grpSpPr>
        <a:xfrm>
          <a:off x="0" y="0"/>
          <a:ext cx="0" cy="0"/>
          <a:chOff x="0" y="0"/>
          <a:chExt cx="0" cy="0"/>
        </a:xfrm>
      </p:grpSpPr>
      <p:pic>
        <p:nvPicPr>
          <p:cNvPr id="837" name="Google Shape;837;p29"/>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F94FF8BB-ED82-7DD1-8E9C-C252FAD8DBC4}"/>
              </a:ext>
            </a:extLst>
          </p:cNvPr>
          <p:cNvSpPr/>
          <p:nvPr/>
        </p:nvSpPr>
        <p:spPr>
          <a:xfrm>
            <a:off x="593725" y="295775"/>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solidFill>
                  <a:schemeClr val="bg1">
                    <a:lumMod val="95000"/>
                  </a:schemeClr>
                </a:solidFill>
              </a:rPr>
              <a:t>🔥 </a:t>
            </a:r>
            <a:r>
              <a:rPr lang="en-US" sz="2800" dirty="0" smtClean="0">
                <a:solidFill>
                  <a:schemeClr val="bg1">
                    <a:lumMod val="95000"/>
                  </a:schemeClr>
                </a:solidFill>
              </a:rPr>
              <a:t>KEY Insights </a:t>
            </a:r>
            <a:r>
              <a:rPr lang="en-US" sz="2800" dirty="0">
                <a:solidFill>
                  <a:schemeClr val="bg1">
                    <a:lumMod val="95000"/>
                  </a:schemeClr>
                </a:solidFill>
              </a:rPr>
              <a:t>&amp; Analytical </a:t>
            </a:r>
            <a:r>
              <a:rPr lang="en-US" sz="2800" dirty="0" smtClean="0">
                <a:solidFill>
                  <a:schemeClr val="bg1">
                    <a:lumMod val="95000"/>
                  </a:schemeClr>
                </a:solidFill>
              </a:rPr>
              <a:t>Findings</a:t>
            </a:r>
            <a:endParaRPr lang="en-US" sz="2800" dirty="0">
              <a:solidFill>
                <a:schemeClr val="bg1">
                  <a:lumMod val="95000"/>
                </a:schemeClr>
              </a:solidFill>
            </a:endParaRPr>
          </a:p>
        </p:txBody>
      </p:sp>
      <p:sp>
        <p:nvSpPr>
          <p:cNvPr id="3" name="Google Shape;835;p29">
            <a:hlinkClick r:id="rId4"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41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9" name="Google Shape;179;p9"/>
          <p:cNvSpPr/>
          <p:nvPr/>
        </p:nvSpPr>
        <p:spPr>
          <a:xfrm>
            <a:off x="2427883" y="1349163"/>
            <a:ext cx="8990944" cy="503623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lvl="0" eaLnBrk="0" fontAlgn="base" hangingPunct="0">
              <a:lnSpc>
                <a:spcPct val="150000"/>
              </a:lnSpc>
              <a:spcBef>
                <a:spcPct val="0"/>
              </a:spcBef>
              <a:spcAft>
                <a:spcPct val="0"/>
              </a:spcAft>
              <a:buClrTx/>
            </a:pPr>
            <a:r>
              <a:rPr lang="en-US" altLang="en-US" sz="2800" b="1" dirty="0">
                <a:solidFill>
                  <a:schemeClr val="bg1">
                    <a:lumMod val="95000"/>
                  </a:schemeClr>
                </a:solidFill>
                <a:latin typeface="Aptos" charset="0"/>
                <a:ea typeface="Aptos" charset="0"/>
                <a:cs typeface="Arial" panose="020B0604020202020204" pitchFamily="34" charset="0"/>
              </a:rPr>
              <a:t>Behavioral Insights</a:t>
            </a:r>
            <a:endParaRPr lang="en-US" altLang="en-US" sz="2800" dirty="0">
              <a:solidFill>
                <a:schemeClr val="bg1">
                  <a:lumMod val="95000"/>
                </a:schemeClr>
              </a:solidFill>
            </a:endParaRPr>
          </a:p>
          <a:p>
            <a:pPr lvl="0" eaLnBrk="0" fontAlgn="base" hangingPunct="0">
              <a:lnSpc>
                <a:spcPct val="150000"/>
              </a:lnSpc>
              <a:spcBef>
                <a:spcPct val="0"/>
              </a:spcBef>
              <a:spcAft>
                <a:spcPct val="0"/>
              </a:spcAft>
              <a:buClrTx/>
              <a:buFontTx/>
              <a:buChar char="•"/>
            </a:pPr>
            <a:r>
              <a:rPr lang="en-US" altLang="en-US" sz="2400" dirty="0">
                <a:solidFill>
                  <a:schemeClr val="bg1">
                    <a:lumMod val="95000"/>
                  </a:schemeClr>
                </a:solidFill>
                <a:latin typeface="Aptos" charset="0"/>
                <a:ea typeface="Aptos" charset="0"/>
                <a:cs typeface="Arial" panose="020B0604020202020204" pitchFamily="34" charset="0"/>
              </a:rPr>
              <a:t>Higher screen time strongly correlates with higher addiction </a:t>
            </a:r>
          </a:p>
          <a:p>
            <a:pPr lvl="0" eaLnBrk="0" fontAlgn="base" hangingPunct="0">
              <a:lnSpc>
                <a:spcPct val="150000"/>
              </a:lnSpc>
              <a:spcBef>
                <a:spcPct val="0"/>
              </a:spcBef>
              <a:spcAft>
                <a:spcPct val="0"/>
              </a:spcAft>
              <a:buClrTx/>
              <a:buFontTx/>
              <a:buChar char="•"/>
            </a:pPr>
            <a:r>
              <a:rPr lang="en-US" altLang="en-US" sz="2400" dirty="0">
                <a:solidFill>
                  <a:schemeClr val="bg1">
                    <a:lumMod val="95000"/>
                  </a:schemeClr>
                </a:solidFill>
                <a:latin typeface="Aptos" charset="0"/>
                <a:ea typeface="Aptos" charset="0"/>
                <a:cs typeface="Arial" panose="020B0604020202020204" pitchFamily="34" charset="0"/>
              </a:rPr>
              <a:t>High social media ratio is the strongest indicator of addiction </a:t>
            </a:r>
          </a:p>
          <a:p>
            <a:pPr lvl="0" eaLnBrk="0" fontAlgn="base" hangingPunct="0">
              <a:lnSpc>
                <a:spcPct val="150000"/>
              </a:lnSpc>
              <a:spcBef>
                <a:spcPct val="0"/>
              </a:spcBef>
              <a:spcAft>
                <a:spcPct val="0"/>
              </a:spcAft>
              <a:buClrTx/>
              <a:buFontTx/>
              <a:buChar char="•"/>
            </a:pPr>
            <a:r>
              <a:rPr lang="en-US" altLang="en-US" sz="2400" dirty="0" smtClean="0">
                <a:solidFill>
                  <a:schemeClr val="bg1">
                    <a:lumMod val="95000"/>
                  </a:schemeClr>
                </a:solidFill>
                <a:latin typeface="Aptos" charset="0"/>
                <a:ea typeface="Aptos" charset="0"/>
                <a:cs typeface="Arial" panose="020B0604020202020204" pitchFamily="34" charset="0"/>
              </a:rPr>
              <a:t>Certain </a:t>
            </a:r>
            <a:r>
              <a:rPr lang="en-US" altLang="en-US" sz="2400" dirty="0">
                <a:solidFill>
                  <a:schemeClr val="bg1">
                    <a:lumMod val="95000"/>
                  </a:schemeClr>
                </a:solidFill>
                <a:latin typeface="Aptos" charset="0"/>
                <a:ea typeface="Aptos" charset="0"/>
                <a:cs typeface="Arial" panose="020B0604020202020204" pitchFamily="34" charset="0"/>
              </a:rPr>
              <a:t>platforms drive higher engagement and dependency</a:t>
            </a:r>
            <a:endParaRPr lang="en-US" altLang="en-US" sz="2400" dirty="0">
              <a:solidFill>
                <a:schemeClr val="bg1">
                  <a:lumMod val="95000"/>
                </a:schemeClr>
              </a:solidFill>
            </a:endParaRPr>
          </a:p>
          <a:p>
            <a:pPr lvl="0" eaLnBrk="0" fontAlgn="base" hangingPunct="0">
              <a:lnSpc>
                <a:spcPct val="150000"/>
              </a:lnSpc>
              <a:spcBef>
                <a:spcPct val="0"/>
              </a:spcBef>
              <a:spcAft>
                <a:spcPct val="0"/>
              </a:spcAft>
              <a:buClrTx/>
            </a:pPr>
            <a:endParaRPr lang="en-US" altLang="en-US" sz="2400" dirty="0">
              <a:solidFill>
                <a:schemeClr val="bg1">
                  <a:lumMod val="95000"/>
                </a:schemeClr>
              </a:solidFill>
              <a:latin typeface="Arial" panose="020B0604020202020204" pitchFamily="34" charset="0"/>
            </a:endParaRPr>
          </a:p>
        </p:txBody>
      </p:sp>
      <p:sp>
        <p:nvSpPr>
          <p:cNvPr id="11" name="Rectangle 6"/>
          <p:cNvSpPr>
            <a:spLocks noChangeArrowheads="1"/>
          </p:cNvSpPr>
          <p:nvPr/>
        </p:nvSpPr>
        <p:spPr bwMode="auto">
          <a:xfrm>
            <a:off x="0" y="4762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4" name="Picture 3"/>
          <p:cNvPicPr>
            <a:picLocks noChangeAspect="1"/>
          </p:cNvPicPr>
          <p:nvPr/>
        </p:nvPicPr>
        <p:blipFill rotWithShape="1">
          <a:blip r:embed="rId5"/>
          <a:srcRect l="51581" t="57442" r="28268" b="17134"/>
          <a:stretch/>
        </p:blipFill>
        <p:spPr>
          <a:xfrm>
            <a:off x="7509608" y="3934484"/>
            <a:ext cx="3522186" cy="2324611"/>
          </a:xfrm>
          <a:prstGeom prst="rect">
            <a:avLst/>
          </a:prstGeom>
        </p:spPr>
      </p:pic>
      <p:pic>
        <p:nvPicPr>
          <p:cNvPr id="5" name="Picture 4"/>
          <p:cNvPicPr>
            <a:picLocks noChangeAspect="1"/>
          </p:cNvPicPr>
          <p:nvPr/>
        </p:nvPicPr>
        <p:blipFill rotWithShape="1">
          <a:blip r:embed="rId6"/>
          <a:srcRect l="43962" t="30749" r="36093" b="51685"/>
          <a:stretch/>
        </p:blipFill>
        <p:spPr>
          <a:xfrm>
            <a:off x="3033796" y="3934483"/>
            <a:ext cx="4222410" cy="2324611"/>
          </a:xfrm>
          <a:prstGeom prst="rect">
            <a:avLst/>
          </a:prstGeom>
        </p:spPr>
      </p:pic>
    </p:spTree>
    <p:extLst>
      <p:ext uri="{BB962C8B-B14F-4D97-AF65-F5344CB8AC3E}">
        <p14:creationId xmlns:p14="http://schemas.microsoft.com/office/powerpoint/2010/main" val="32589014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832"/>
        <p:cNvGrpSpPr/>
        <p:nvPr/>
      </p:nvGrpSpPr>
      <p:grpSpPr>
        <a:xfrm>
          <a:off x="0" y="0"/>
          <a:ext cx="0" cy="0"/>
          <a:chOff x="0" y="0"/>
          <a:chExt cx="0" cy="0"/>
        </a:xfrm>
      </p:grpSpPr>
      <p:pic>
        <p:nvPicPr>
          <p:cNvPr id="837" name="Google Shape;837;p29"/>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F94FF8BB-ED82-7DD1-8E9C-C252FAD8DBC4}"/>
              </a:ext>
            </a:extLst>
          </p:cNvPr>
          <p:cNvSpPr/>
          <p:nvPr/>
        </p:nvSpPr>
        <p:spPr>
          <a:xfrm>
            <a:off x="593725" y="295775"/>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solidFill>
                  <a:schemeClr val="bg1">
                    <a:lumMod val="95000"/>
                  </a:schemeClr>
                </a:solidFill>
              </a:rPr>
              <a:t>🔥 </a:t>
            </a:r>
            <a:r>
              <a:rPr lang="en-US" sz="2800" dirty="0" smtClean="0">
                <a:solidFill>
                  <a:schemeClr val="bg1">
                    <a:lumMod val="95000"/>
                  </a:schemeClr>
                </a:solidFill>
              </a:rPr>
              <a:t>KEY Insights </a:t>
            </a:r>
            <a:r>
              <a:rPr lang="en-US" sz="2800" dirty="0">
                <a:solidFill>
                  <a:schemeClr val="bg1">
                    <a:lumMod val="95000"/>
                  </a:schemeClr>
                </a:solidFill>
              </a:rPr>
              <a:t>&amp; Analytical Findings</a:t>
            </a:r>
          </a:p>
          <a:p>
            <a:pPr lvl="0" algn="ctr">
              <a:buClr>
                <a:srgbClr val="7030A0"/>
              </a:buClr>
              <a:buSzPts val="2800"/>
            </a:pPr>
            <a:r>
              <a:rPr lang="en-US" sz="2000" dirty="0">
                <a:solidFill>
                  <a:schemeClr val="bg1">
                    <a:lumMod val="95000"/>
                  </a:schemeClr>
                </a:solidFill>
              </a:rPr>
              <a:t>Addiction patterns • High-risk users</a:t>
            </a:r>
            <a:endParaRPr lang="en-US" sz="2000" u="sng" dirty="0">
              <a:solidFill>
                <a:schemeClr val="bg1">
                  <a:lumMod val="95000"/>
                </a:schemeClr>
              </a:solidFill>
              <a:latin typeface="Calibri"/>
              <a:ea typeface="Calibri"/>
              <a:cs typeface="Calibri"/>
              <a:sym typeface="Calibri"/>
            </a:endParaRPr>
          </a:p>
        </p:txBody>
      </p:sp>
      <p:sp>
        <p:nvSpPr>
          <p:cNvPr id="3" name="Google Shape;835;p29">
            <a:hlinkClick r:id="rId4"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41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9" name="Google Shape;179;p9"/>
          <p:cNvSpPr/>
          <p:nvPr/>
        </p:nvSpPr>
        <p:spPr>
          <a:xfrm>
            <a:off x="2427883" y="1349163"/>
            <a:ext cx="8990944" cy="503623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r>
              <a:rPr lang="en-US" sz="2800" b="1" dirty="0">
                <a:solidFill>
                  <a:schemeClr val="bg1">
                    <a:lumMod val="95000"/>
                  </a:schemeClr>
                </a:solidFill>
              </a:rPr>
              <a:t>Mental Health Insights</a:t>
            </a:r>
            <a:endParaRPr lang="en-US" sz="2800" dirty="0">
              <a:solidFill>
                <a:schemeClr val="bg1">
                  <a:lumMod val="95000"/>
                </a:schemeClr>
              </a:solidFill>
            </a:endParaRPr>
          </a:p>
          <a:p>
            <a:pPr marL="342900" lvl="0" indent="-342900">
              <a:lnSpc>
                <a:spcPct val="150000"/>
              </a:lnSpc>
              <a:buClr>
                <a:schemeClr val="bg2">
                  <a:lumMod val="75000"/>
                  <a:lumOff val="25000"/>
                </a:schemeClr>
              </a:buClr>
              <a:buFont typeface="Wingdings" panose="05000000000000000000" pitchFamily="2" charset="2"/>
              <a:buChar char="Ø"/>
            </a:pPr>
            <a:r>
              <a:rPr lang="en-US" sz="2400" dirty="0">
                <a:solidFill>
                  <a:schemeClr val="bg1">
                    <a:lumMod val="95000"/>
                  </a:schemeClr>
                </a:solidFill>
              </a:rPr>
              <a:t>Increased addiction → higher stress and anxiety </a:t>
            </a:r>
          </a:p>
          <a:p>
            <a:pPr marL="342900" lvl="0" indent="-342900">
              <a:lnSpc>
                <a:spcPct val="150000"/>
              </a:lnSpc>
              <a:buClr>
                <a:schemeClr val="bg2">
                  <a:lumMod val="75000"/>
                  <a:lumOff val="25000"/>
                </a:schemeClr>
              </a:buClr>
              <a:buFont typeface="Wingdings" panose="05000000000000000000" pitchFamily="2" charset="2"/>
              <a:buChar char="Ø"/>
            </a:pPr>
            <a:r>
              <a:rPr lang="en-US" sz="2400" dirty="0">
                <a:solidFill>
                  <a:schemeClr val="bg1">
                    <a:lumMod val="95000"/>
                  </a:schemeClr>
                </a:solidFill>
              </a:rPr>
              <a:t> Negative interactions significantly reduce mood levels </a:t>
            </a:r>
          </a:p>
          <a:p>
            <a:pPr marL="342900" lvl="0" indent="-342900">
              <a:lnSpc>
                <a:spcPct val="150000"/>
              </a:lnSpc>
              <a:buClr>
                <a:schemeClr val="bg2">
                  <a:lumMod val="75000"/>
                  <a:lumOff val="25000"/>
                </a:schemeClr>
              </a:buClr>
              <a:buFont typeface="Wingdings" panose="05000000000000000000" pitchFamily="2" charset="2"/>
              <a:buChar char="Ø"/>
            </a:pPr>
            <a:r>
              <a:rPr lang="en-US" sz="2400" dirty="0">
                <a:solidFill>
                  <a:schemeClr val="bg1">
                    <a:lumMod val="95000"/>
                  </a:schemeClr>
                </a:solidFill>
              </a:rPr>
              <a:t>Sleep has a strong positive effect on mental health</a:t>
            </a:r>
          </a:p>
          <a:p>
            <a:pPr lvl="0" eaLnBrk="0" fontAlgn="base" hangingPunct="0">
              <a:lnSpc>
                <a:spcPct val="150000"/>
              </a:lnSpc>
              <a:spcBef>
                <a:spcPct val="0"/>
              </a:spcBef>
              <a:spcAft>
                <a:spcPct val="0"/>
              </a:spcAft>
              <a:buClrTx/>
            </a:pPr>
            <a:endParaRPr lang="en-US" altLang="en-US" sz="2400" dirty="0">
              <a:solidFill>
                <a:schemeClr val="bg1">
                  <a:lumMod val="95000"/>
                </a:schemeClr>
              </a:solidFill>
              <a:latin typeface="Arial" panose="020B0604020202020204" pitchFamily="34" charset="0"/>
            </a:endParaRPr>
          </a:p>
        </p:txBody>
      </p:sp>
      <p:sp>
        <p:nvSpPr>
          <p:cNvPr id="8" name="Rectangle 5"/>
          <p:cNvSpPr>
            <a:spLocks noChangeArrowheads="1"/>
          </p:cNvSpPr>
          <p:nvPr/>
        </p:nvSpPr>
        <p:spPr bwMode="auto">
          <a:xfrm>
            <a:off x="0" y="457200"/>
            <a:ext cx="12192000" cy="19050"/>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Rectangle 6"/>
          <p:cNvSpPr>
            <a:spLocks noChangeArrowheads="1"/>
          </p:cNvSpPr>
          <p:nvPr/>
        </p:nvSpPr>
        <p:spPr bwMode="auto">
          <a:xfrm>
            <a:off x="0" y="4762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4" name="Picture 3"/>
          <p:cNvPicPr>
            <a:picLocks noChangeAspect="1"/>
          </p:cNvPicPr>
          <p:nvPr/>
        </p:nvPicPr>
        <p:blipFill rotWithShape="1">
          <a:blip r:embed="rId5"/>
          <a:srcRect l="22367" t="46178" r="46633" b="15778"/>
          <a:stretch/>
        </p:blipFill>
        <p:spPr>
          <a:xfrm>
            <a:off x="7075578" y="3698263"/>
            <a:ext cx="3709617" cy="2560832"/>
          </a:xfrm>
          <a:prstGeom prst="rect">
            <a:avLst/>
          </a:prstGeom>
        </p:spPr>
      </p:pic>
      <p:pic>
        <p:nvPicPr>
          <p:cNvPr id="5" name="Picture 4"/>
          <p:cNvPicPr>
            <a:picLocks noChangeAspect="1"/>
          </p:cNvPicPr>
          <p:nvPr/>
        </p:nvPicPr>
        <p:blipFill rotWithShape="1">
          <a:blip r:embed="rId6"/>
          <a:srcRect l="37273" t="28574" r="30227" b="31482"/>
          <a:stretch/>
        </p:blipFill>
        <p:spPr>
          <a:xfrm>
            <a:off x="2965932" y="3750446"/>
            <a:ext cx="3628676" cy="2508649"/>
          </a:xfrm>
          <a:prstGeom prst="rect">
            <a:avLst/>
          </a:prstGeom>
        </p:spPr>
      </p:pic>
    </p:spTree>
    <p:extLst>
      <p:ext uri="{BB962C8B-B14F-4D97-AF65-F5344CB8AC3E}">
        <p14:creationId xmlns:p14="http://schemas.microsoft.com/office/powerpoint/2010/main" val="14312479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832"/>
        <p:cNvGrpSpPr/>
        <p:nvPr/>
      </p:nvGrpSpPr>
      <p:grpSpPr>
        <a:xfrm>
          <a:off x="0" y="0"/>
          <a:ext cx="0" cy="0"/>
          <a:chOff x="0" y="0"/>
          <a:chExt cx="0" cy="0"/>
        </a:xfrm>
      </p:grpSpPr>
      <p:pic>
        <p:nvPicPr>
          <p:cNvPr id="837" name="Google Shape;837;p29"/>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F94FF8BB-ED82-7DD1-8E9C-C252FAD8DBC4}"/>
              </a:ext>
            </a:extLst>
          </p:cNvPr>
          <p:cNvSpPr/>
          <p:nvPr/>
        </p:nvSpPr>
        <p:spPr>
          <a:xfrm>
            <a:off x="593725" y="295775"/>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solidFill>
                  <a:schemeClr val="bg1">
                    <a:lumMod val="95000"/>
                  </a:schemeClr>
                </a:solidFill>
              </a:rPr>
              <a:t>🔥 </a:t>
            </a:r>
            <a:r>
              <a:rPr lang="en-US" sz="2800" dirty="0" smtClean="0">
                <a:solidFill>
                  <a:schemeClr val="bg1">
                    <a:lumMod val="95000"/>
                  </a:schemeClr>
                </a:solidFill>
              </a:rPr>
              <a:t>KEY Insights </a:t>
            </a:r>
            <a:r>
              <a:rPr lang="en-US" sz="2800" dirty="0">
                <a:solidFill>
                  <a:schemeClr val="bg1">
                    <a:lumMod val="95000"/>
                  </a:schemeClr>
                </a:solidFill>
              </a:rPr>
              <a:t>&amp; Analytical Findings</a:t>
            </a:r>
          </a:p>
          <a:p>
            <a:pPr lvl="0" algn="ctr">
              <a:buClr>
                <a:srgbClr val="7030A0"/>
              </a:buClr>
              <a:buSzPts val="2800"/>
            </a:pPr>
            <a:r>
              <a:rPr lang="en-US" sz="2000" dirty="0">
                <a:solidFill>
                  <a:schemeClr val="bg1">
                    <a:lumMod val="95000"/>
                  </a:schemeClr>
                </a:solidFill>
              </a:rPr>
              <a:t>Addiction patterns • High-risk users</a:t>
            </a:r>
            <a:endParaRPr lang="en-US" sz="2000" u="sng" dirty="0">
              <a:solidFill>
                <a:schemeClr val="bg1">
                  <a:lumMod val="95000"/>
                </a:schemeClr>
              </a:solidFill>
              <a:latin typeface="Calibri"/>
              <a:ea typeface="Calibri"/>
              <a:cs typeface="Calibri"/>
              <a:sym typeface="Calibri"/>
            </a:endParaRPr>
          </a:p>
        </p:txBody>
      </p:sp>
      <p:sp>
        <p:nvSpPr>
          <p:cNvPr id="3" name="Google Shape;835;p29">
            <a:hlinkClick r:id="rId4"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41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9" name="Google Shape;179;p9"/>
          <p:cNvSpPr/>
          <p:nvPr/>
        </p:nvSpPr>
        <p:spPr>
          <a:xfrm>
            <a:off x="2427883" y="1349163"/>
            <a:ext cx="8990944" cy="503623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r>
              <a:rPr lang="en-US" sz="2800" b="1" dirty="0">
                <a:solidFill>
                  <a:schemeClr val="bg1">
                    <a:lumMod val="95000"/>
                  </a:schemeClr>
                </a:solidFill>
              </a:rPr>
              <a:t>Mental Health Insights</a:t>
            </a:r>
            <a:endParaRPr lang="en-US" sz="2800" dirty="0">
              <a:solidFill>
                <a:schemeClr val="bg1">
                  <a:lumMod val="95000"/>
                </a:schemeClr>
              </a:solidFill>
            </a:endParaRPr>
          </a:p>
          <a:p>
            <a:pPr lvl="0" eaLnBrk="0" fontAlgn="base" hangingPunct="0">
              <a:spcBef>
                <a:spcPct val="0"/>
              </a:spcBef>
              <a:spcAft>
                <a:spcPct val="0"/>
              </a:spcAft>
              <a:buClrTx/>
            </a:pPr>
            <a:endParaRPr lang="en-US" altLang="en-US" sz="2400" dirty="0">
              <a:solidFill>
                <a:schemeClr val="tx1"/>
              </a:solidFill>
              <a:latin typeface="Arial" panose="020B0604020202020204" pitchFamily="34" charset="0"/>
            </a:endParaRPr>
          </a:p>
          <a:p>
            <a:pPr marL="342900" lvl="0" indent="-342900">
              <a:lnSpc>
                <a:spcPct val="250000"/>
              </a:lnSpc>
              <a:buClr>
                <a:schemeClr val="bg2">
                  <a:lumMod val="75000"/>
                  <a:lumOff val="25000"/>
                </a:schemeClr>
              </a:buClr>
              <a:buFont typeface="Wingdings" panose="05000000000000000000" pitchFamily="2" charset="2"/>
              <a:buChar char="Ø"/>
            </a:pPr>
            <a:r>
              <a:rPr lang="en-US" altLang="en-US" sz="2400" dirty="0" smtClean="0">
                <a:solidFill>
                  <a:schemeClr val="bg1">
                    <a:lumMod val="95000"/>
                  </a:schemeClr>
                </a:solidFill>
              </a:rPr>
              <a:t>Increased </a:t>
            </a:r>
            <a:r>
              <a:rPr lang="en-US" altLang="en-US" sz="2400" dirty="0">
                <a:solidFill>
                  <a:schemeClr val="bg1">
                    <a:lumMod val="95000"/>
                  </a:schemeClr>
                </a:solidFill>
              </a:rPr>
              <a:t>addiction leads to</a:t>
            </a:r>
            <a:r>
              <a:rPr lang="en-US" sz="2400" dirty="0" smtClean="0">
                <a:solidFill>
                  <a:schemeClr val="bg1">
                    <a:lumMod val="95000"/>
                  </a:schemeClr>
                </a:solidFill>
              </a:rPr>
              <a:t> :</a:t>
            </a:r>
          </a:p>
          <a:p>
            <a:pPr lvl="0" eaLnBrk="0" fontAlgn="base" hangingPunct="0">
              <a:spcBef>
                <a:spcPct val="0"/>
              </a:spcBef>
              <a:spcAft>
                <a:spcPct val="0"/>
              </a:spcAft>
              <a:buClrTx/>
              <a:buFontTx/>
              <a:buChar char="•"/>
            </a:pPr>
            <a:r>
              <a:rPr lang="en-US" altLang="en-US" sz="2400" dirty="0">
                <a:solidFill>
                  <a:schemeClr val="bg1">
                    <a:lumMod val="95000"/>
                  </a:schemeClr>
                </a:solidFill>
              </a:rPr>
              <a:t>higher stress </a:t>
            </a:r>
          </a:p>
          <a:p>
            <a:pPr lvl="0" eaLnBrk="0" fontAlgn="base" hangingPunct="0">
              <a:spcBef>
                <a:spcPct val="0"/>
              </a:spcBef>
              <a:spcAft>
                <a:spcPct val="0"/>
              </a:spcAft>
              <a:buClrTx/>
              <a:buFontTx/>
              <a:buChar char="•"/>
            </a:pPr>
            <a:r>
              <a:rPr lang="en-US" altLang="en-US" sz="2400" dirty="0">
                <a:solidFill>
                  <a:schemeClr val="bg1">
                    <a:lumMod val="95000"/>
                  </a:schemeClr>
                </a:solidFill>
              </a:rPr>
              <a:t>higher anxiety </a:t>
            </a:r>
          </a:p>
          <a:p>
            <a:pPr lvl="0" eaLnBrk="0" fontAlgn="base" hangingPunct="0">
              <a:spcBef>
                <a:spcPct val="0"/>
              </a:spcBef>
              <a:spcAft>
                <a:spcPct val="0"/>
              </a:spcAft>
              <a:buClrTx/>
              <a:buFontTx/>
              <a:buChar char="•"/>
            </a:pPr>
            <a:r>
              <a:rPr lang="en-US" altLang="en-US" sz="2400" dirty="0">
                <a:solidFill>
                  <a:schemeClr val="bg1">
                    <a:lumMod val="95000"/>
                  </a:schemeClr>
                </a:solidFill>
              </a:rPr>
              <a:t>lower mood levels </a:t>
            </a:r>
            <a:endParaRPr lang="en-US" altLang="en-US" sz="2400" dirty="0" smtClean="0">
              <a:solidFill>
                <a:schemeClr val="bg1">
                  <a:lumMod val="95000"/>
                </a:schemeClr>
              </a:solidFill>
            </a:endParaRPr>
          </a:p>
          <a:p>
            <a:pPr lvl="0" eaLnBrk="0" fontAlgn="base" hangingPunct="0">
              <a:spcBef>
                <a:spcPct val="0"/>
              </a:spcBef>
              <a:spcAft>
                <a:spcPct val="0"/>
              </a:spcAft>
              <a:buClrTx/>
              <a:buFontTx/>
              <a:buChar char="•"/>
            </a:pPr>
            <a:endParaRPr lang="en-US" altLang="en-US" sz="2400" dirty="0">
              <a:solidFill>
                <a:schemeClr val="bg1">
                  <a:lumMod val="95000"/>
                </a:schemeClr>
              </a:solidFill>
            </a:endParaRPr>
          </a:p>
          <a:p>
            <a:pPr marL="342900" lvl="0" indent="-342900" eaLnBrk="0" fontAlgn="base" hangingPunct="0">
              <a:spcBef>
                <a:spcPct val="0"/>
              </a:spcBef>
              <a:spcAft>
                <a:spcPct val="0"/>
              </a:spcAft>
              <a:buClrTx/>
              <a:buFont typeface="Wingdings" panose="05000000000000000000" pitchFamily="2" charset="2"/>
              <a:buChar char="Ø"/>
            </a:pPr>
            <a:r>
              <a:rPr lang="en-US" altLang="en-US" sz="2400" dirty="0">
                <a:solidFill>
                  <a:schemeClr val="bg1">
                    <a:lumMod val="95000"/>
                  </a:schemeClr>
                </a:solidFill>
              </a:rPr>
              <a:t>Sleep quality improves mental health stability </a:t>
            </a:r>
          </a:p>
          <a:p>
            <a:pPr marL="342900" lvl="0" indent="-342900">
              <a:lnSpc>
                <a:spcPct val="250000"/>
              </a:lnSpc>
              <a:buClr>
                <a:schemeClr val="bg2">
                  <a:lumMod val="75000"/>
                  <a:lumOff val="25000"/>
                </a:schemeClr>
              </a:buClr>
              <a:buFont typeface="Wingdings" panose="05000000000000000000" pitchFamily="2" charset="2"/>
              <a:buChar char="Ø"/>
            </a:pPr>
            <a:endParaRPr lang="en-US" altLang="en-US" sz="2400" dirty="0">
              <a:solidFill>
                <a:schemeClr val="bg1">
                  <a:lumMod val="95000"/>
                </a:schemeClr>
              </a:solidFill>
              <a:latin typeface="Arial" panose="020B0604020202020204" pitchFamily="34" charset="0"/>
            </a:endParaRPr>
          </a:p>
        </p:txBody>
      </p:sp>
      <p:sp>
        <p:nvSpPr>
          <p:cNvPr id="11" name="Rectangle 6"/>
          <p:cNvSpPr>
            <a:spLocks noChangeArrowheads="1"/>
          </p:cNvSpPr>
          <p:nvPr/>
        </p:nvSpPr>
        <p:spPr bwMode="auto">
          <a:xfrm>
            <a:off x="0" y="4762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4088934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832"/>
        <p:cNvGrpSpPr/>
        <p:nvPr/>
      </p:nvGrpSpPr>
      <p:grpSpPr>
        <a:xfrm>
          <a:off x="0" y="0"/>
          <a:ext cx="0" cy="0"/>
          <a:chOff x="0" y="0"/>
          <a:chExt cx="0" cy="0"/>
        </a:xfrm>
      </p:grpSpPr>
      <p:pic>
        <p:nvPicPr>
          <p:cNvPr id="837" name="Google Shape;837;p29"/>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F94FF8BB-ED82-7DD1-8E9C-C252FAD8DBC4}"/>
              </a:ext>
            </a:extLst>
          </p:cNvPr>
          <p:cNvSpPr/>
          <p:nvPr/>
        </p:nvSpPr>
        <p:spPr>
          <a:xfrm>
            <a:off x="593725" y="295775"/>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2800" dirty="0">
                <a:solidFill>
                  <a:schemeClr val="bg1">
                    <a:lumMod val="95000"/>
                  </a:schemeClr>
                </a:solidFill>
              </a:rPr>
              <a:t>🔥 </a:t>
            </a:r>
            <a:r>
              <a:rPr lang="en-US" sz="2800" dirty="0" smtClean="0">
                <a:solidFill>
                  <a:schemeClr val="bg1">
                    <a:lumMod val="95000"/>
                  </a:schemeClr>
                </a:solidFill>
              </a:rPr>
              <a:t>KEY Insights </a:t>
            </a:r>
            <a:r>
              <a:rPr lang="en-US" sz="2800" dirty="0">
                <a:solidFill>
                  <a:schemeClr val="bg1">
                    <a:lumMod val="95000"/>
                  </a:schemeClr>
                </a:solidFill>
              </a:rPr>
              <a:t>&amp; Analytical Findings</a:t>
            </a:r>
          </a:p>
          <a:p>
            <a:pPr lvl="0" algn="ctr">
              <a:buClr>
                <a:srgbClr val="7030A0"/>
              </a:buClr>
              <a:buSzPts val="2800"/>
            </a:pPr>
            <a:r>
              <a:rPr lang="en-US" sz="2000" dirty="0">
                <a:solidFill>
                  <a:schemeClr val="bg1">
                    <a:lumMod val="95000"/>
                  </a:schemeClr>
                </a:solidFill>
              </a:rPr>
              <a:t>Addiction patterns • High-risk users</a:t>
            </a:r>
            <a:endParaRPr lang="en-US" sz="2000" u="sng" dirty="0">
              <a:solidFill>
                <a:schemeClr val="bg1">
                  <a:lumMod val="95000"/>
                </a:schemeClr>
              </a:solidFill>
              <a:latin typeface="Calibri"/>
              <a:ea typeface="Calibri"/>
              <a:cs typeface="Calibri"/>
              <a:sym typeface="Calibri"/>
            </a:endParaRPr>
          </a:p>
        </p:txBody>
      </p:sp>
      <p:sp>
        <p:nvSpPr>
          <p:cNvPr id="3" name="Google Shape;835;p29">
            <a:hlinkClick r:id="rId4"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41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9" name="Google Shape;179;p9"/>
          <p:cNvSpPr/>
          <p:nvPr/>
        </p:nvSpPr>
        <p:spPr>
          <a:xfrm>
            <a:off x="2427883" y="1349163"/>
            <a:ext cx="8990944" cy="503623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a:lnSpc>
                <a:spcPct val="150000"/>
              </a:lnSpc>
            </a:pPr>
            <a:r>
              <a:rPr lang="en-US" sz="2800" b="1" dirty="0" smtClean="0">
                <a:solidFill>
                  <a:schemeClr val="bg1">
                    <a:lumMod val="95000"/>
                  </a:schemeClr>
                </a:solidFill>
              </a:rPr>
              <a:t>💼 </a:t>
            </a:r>
            <a:r>
              <a:rPr lang="en-US" sz="2800" b="1" dirty="0">
                <a:solidFill>
                  <a:schemeClr val="bg1">
                    <a:lumMod val="95000"/>
                  </a:schemeClr>
                </a:solidFill>
              </a:rPr>
              <a:t>Productivity Insights</a:t>
            </a:r>
          </a:p>
          <a:p>
            <a:pPr marL="342900" lvl="0" indent="-342900">
              <a:lnSpc>
                <a:spcPct val="150000"/>
              </a:lnSpc>
              <a:buFont typeface="Wingdings" panose="05000000000000000000" pitchFamily="2" charset="2"/>
              <a:buChar char="q"/>
            </a:pPr>
            <a:r>
              <a:rPr lang="en-US" sz="2000" dirty="0">
                <a:solidFill>
                  <a:schemeClr val="bg1">
                    <a:lumMod val="95000"/>
                  </a:schemeClr>
                </a:solidFill>
              </a:rPr>
              <a:t>Addiction leads to lower productivity scores </a:t>
            </a:r>
          </a:p>
          <a:p>
            <a:pPr marL="342900" lvl="0" indent="-342900">
              <a:lnSpc>
                <a:spcPct val="150000"/>
              </a:lnSpc>
              <a:buFont typeface="Wingdings" panose="05000000000000000000" pitchFamily="2" charset="2"/>
              <a:buChar char="q"/>
            </a:pPr>
            <a:r>
              <a:rPr lang="en-US" sz="2000" dirty="0">
                <a:solidFill>
                  <a:schemeClr val="bg1">
                    <a:lumMod val="95000"/>
                  </a:schemeClr>
                </a:solidFill>
              </a:rPr>
              <a:t> High screen time reduces focus and efficiency </a:t>
            </a:r>
          </a:p>
          <a:p>
            <a:pPr marL="342900" lvl="0" indent="-342900">
              <a:lnSpc>
                <a:spcPct val="150000"/>
              </a:lnSpc>
              <a:buFont typeface="Wingdings" panose="05000000000000000000" pitchFamily="2" charset="2"/>
              <a:buChar char="q"/>
            </a:pPr>
            <a:r>
              <a:rPr lang="en-US" sz="2000" dirty="0">
                <a:solidFill>
                  <a:schemeClr val="bg1">
                    <a:lumMod val="95000"/>
                  </a:schemeClr>
                </a:solidFill>
              </a:rPr>
              <a:t> Sleep and physical activity are the strongest productivity boosters</a:t>
            </a:r>
          </a:p>
          <a:p>
            <a:pPr marL="342900" indent="-342900">
              <a:lnSpc>
                <a:spcPct val="150000"/>
              </a:lnSpc>
              <a:buFont typeface="Wingdings" panose="05000000000000000000" pitchFamily="2" charset="2"/>
              <a:buChar char="q"/>
            </a:pPr>
            <a:r>
              <a:rPr lang="en-US" sz="2000" dirty="0">
                <a:solidFill>
                  <a:schemeClr val="bg1">
                    <a:lumMod val="95000"/>
                  </a:schemeClr>
                </a:solidFill>
              </a:rPr>
              <a:t>High stress amplifies productivity loss </a:t>
            </a:r>
            <a:endParaRPr lang="en-US" altLang="en-US" sz="3600" dirty="0">
              <a:solidFill>
                <a:schemeClr val="bg1">
                  <a:lumMod val="95000"/>
                </a:schemeClr>
              </a:solidFill>
            </a:endParaRPr>
          </a:p>
          <a:p>
            <a:pPr marL="342900" lvl="0" indent="-342900" eaLnBrk="0" fontAlgn="base" hangingPunct="0">
              <a:spcBef>
                <a:spcPct val="0"/>
              </a:spcBef>
              <a:spcAft>
                <a:spcPct val="0"/>
              </a:spcAft>
              <a:buClrTx/>
              <a:buFont typeface="Wingdings" panose="05000000000000000000" pitchFamily="2" charset="2"/>
              <a:buChar char="Ø"/>
            </a:pPr>
            <a:endParaRPr lang="en-US" altLang="en-US" sz="2400" dirty="0">
              <a:solidFill>
                <a:schemeClr val="bg1">
                  <a:lumMod val="95000"/>
                </a:schemeClr>
              </a:solidFill>
              <a:latin typeface="Arial" panose="020B0604020202020204" pitchFamily="34" charset="0"/>
            </a:endParaRPr>
          </a:p>
        </p:txBody>
      </p:sp>
      <p:sp>
        <p:nvSpPr>
          <p:cNvPr id="11" name="Rectangle 6"/>
          <p:cNvSpPr>
            <a:spLocks noChangeArrowheads="1"/>
          </p:cNvSpPr>
          <p:nvPr/>
        </p:nvSpPr>
        <p:spPr bwMode="auto">
          <a:xfrm>
            <a:off x="0" y="4762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4" name="Picture 3"/>
          <p:cNvPicPr>
            <a:picLocks noChangeAspect="1"/>
          </p:cNvPicPr>
          <p:nvPr/>
        </p:nvPicPr>
        <p:blipFill rotWithShape="1">
          <a:blip r:embed="rId5"/>
          <a:srcRect l="17516" t="29860" r="33904" b="26958"/>
          <a:stretch/>
        </p:blipFill>
        <p:spPr>
          <a:xfrm>
            <a:off x="3570973" y="4119613"/>
            <a:ext cx="6670307" cy="2473692"/>
          </a:xfrm>
          <a:prstGeom prst="rect">
            <a:avLst/>
          </a:prstGeom>
        </p:spPr>
      </p:pic>
    </p:spTree>
    <p:extLst>
      <p:ext uri="{BB962C8B-B14F-4D97-AF65-F5344CB8AC3E}">
        <p14:creationId xmlns:p14="http://schemas.microsoft.com/office/powerpoint/2010/main" val="142218638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832"/>
        <p:cNvGrpSpPr/>
        <p:nvPr/>
      </p:nvGrpSpPr>
      <p:grpSpPr>
        <a:xfrm>
          <a:off x="0" y="0"/>
          <a:ext cx="0" cy="0"/>
          <a:chOff x="0" y="0"/>
          <a:chExt cx="0" cy="0"/>
        </a:xfrm>
      </p:grpSpPr>
      <p:pic>
        <p:nvPicPr>
          <p:cNvPr id="837" name="Google Shape;837;p29"/>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F94FF8BB-ED82-7DD1-8E9C-C252FAD8DBC4}"/>
              </a:ext>
            </a:extLst>
          </p:cNvPr>
          <p:cNvSpPr/>
          <p:nvPr/>
        </p:nvSpPr>
        <p:spPr>
          <a:xfrm>
            <a:off x="593725" y="295775"/>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3200" dirty="0">
                <a:solidFill>
                  <a:schemeClr val="bg1">
                    <a:lumMod val="95000"/>
                  </a:schemeClr>
                </a:solidFill>
              </a:rPr>
              <a:t>🔥 </a:t>
            </a:r>
            <a:r>
              <a:rPr lang="en-US" sz="3200" dirty="0" smtClean="0">
                <a:solidFill>
                  <a:schemeClr val="bg1">
                    <a:lumMod val="95000"/>
                  </a:schemeClr>
                </a:solidFill>
              </a:rPr>
              <a:t>Recommendations</a:t>
            </a:r>
            <a:endParaRPr lang="en-US" sz="2400" u="sng" dirty="0">
              <a:solidFill>
                <a:schemeClr val="bg1">
                  <a:lumMod val="95000"/>
                </a:schemeClr>
              </a:solidFill>
              <a:latin typeface="Calibri"/>
              <a:ea typeface="Calibri"/>
              <a:cs typeface="Calibri"/>
              <a:sym typeface="Calibri"/>
            </a:endParaRPr>
          </a:p>
        </p:txBody>
      </p:sp>
      <p:sp>
        <p:nvSpPr>
          <p:cNvPr id="3" name="Google Shape;835;p29">
            <a:hlinkClick r:id="rId4"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41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9" name="Google Shape;179;p9"/>
          <p:cNvSpPr/>
          <p:nvPr/>
        </p:nvSpPr>
        <p:spPr>
          <a:xfrm>
            <a:off x="2427883" y="1349163"/>
            <a:ext cx="8990944" cy="503623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a:lnSpc>
                <a:spcPct val="150000"/>
              </a:lnSpc>
            </a:pPr>
            <a:r>
              <a:rPr lang="en-US" sz="3200" b="1" dirty="0">
                <a:solidFill>
                  <a:schemeClr val="bg1">
                    <a:lumMod val="95000"/>
                  </a:schemeClr>
                </a:solidFill>
              </a:rPr>
              <a:t>👤 Individual</a:t>
            </a:r>
            <a:endParaRPr lang="en-US" sz="3200" dirty="0">
              <a:solidFill>
                <a:schemeClr val="bg1">
                  <a:lumMod val="95000"/>
                </a:schemeClr>
              </a:solidFill>
            </a:endParaRPr>
          </a:p>
          <a:p>
            <a:pPr marL="457200" lvl="0" indent="-457200">
              <a:lnSpc>
                <a:spcPct val="150000"/>
              </a:lnSpc>
              <a:buFont typeface="Arial" panose="020B0604020202020204" pitchFamily="34" charset="0"/>
              <a:buChar char="•"/>
            </a:pPr>
            <a:r>
              <a:rPr lang="en-US" sz="3200" dirty="0">
                <a:solidFill>
                  <a:schemeClr val="bg1">
                    <a:lumMod val="95000"/>
                  </a:schemeClr>
                </a:solidFill>
              </a:rPr>
              <a:t>Limit screen time (&lt; 4 hours/day) </a:t>
            </a:r>
          </a:p>
          <a:p>
            <a:pPr marL="457200" lvl="0" indent="-457200">
              <a:lnSpc>
                <a:spcPct val="150000"/>
              </a:lnSpc>
              <a:buFont typeface="Arial" panose="020B0604020202020204" pitchFamily="34" charset="0"/>
              <a:buChar char="•"/>
            </a:pPr>
            <a:r>
              <a:rPr lang="en-US" sz="3200" dirty="0">
                <a:solidFill>
                  <a:schemeClr val="bg1">
                    <a:lumMod val="95000"/>
                  </a:schemeClr>
                </a:solidFill>
              </a:rPr>
              <a:t>Limit screen time to &lt; 4 hours/day </a:t>
            </a:r>
          </a:p>
          <a:p>
            <a:pPr marL="457200" lvl="0" indent="-457200">
              <a:lnSpc>
                <a:spcPct val="150000"/>
              </a:lnSpc>
              <a:buFont typeface="Arial" panose="020B0604020202020204" pitchFamily="34" charset="0"/>
              <a:buChar char="•"/>
            </a:pPr>
            <a:r>
              <a:rPr lang="en-US" sz="3200" dirty="0">
                <a:solidFill>
                  <a:schemeClr val="bg1">
                    <a:lumMod val="95000"/>
                  </a:schemeClr>
                </a:solidFill>
              </a:rPr>
              <a:t>Maintain 7–8 hours of sleep </a:t>
            </a:r>
          </a:p>
          <a:p>
            <a:pPr marL="457200" lvl="0" indent="-457200">
              <a:lnSpc>
                <a:spcPct val="150000"/>
              </a:lnSpc>
              <a:buFont typeface="Arial" panose="020B0604020202020204" pitchFamily="34" charset="0"/>
              <a:buChar char="•"/>
            </a:pPr>
            <a:r>
              <a:rPr lang="en-US" sz="3200" dirty="0">
                <a:solidFill>
                  <a:schemeClr val="bg1">
                    <a:lumMod val="95000"/>
                  </a:schemeClr>
                </a:solidFill>
              </a:rPr>
              <a:t> Reduce exposure to negative interactions </a:t>
            </a:r>
          </a:p>
          <a:p>
            <a:pPr marL="457200" indent="-457200">
              <a:lnSpc>
                <a:spcPct val="150000"/>
              </a:lnSpc>
              <a:buFont typeface="Arial" panose="020B0604020202020204" pitchFamily="34" charset="0"/>
              <a:buChar char="•"/>
            </a:pPr>
            <a:r>
              <a:rPr lang="en-US" sz="3200" dirty="0">
                <a:solidFill>
                  <a:schemeClr val="bg1">
                    <a:lumMod val="95000"/>
                  </a:schemeClr>
                </a:solidFill>
              </a:rPr>
              <a:t>Schedule offline activities </a:t>
            </a:r>
            <a:endParaRPr lang="en-US" altLang="en-US" sz="4800" dirty="0">
              <a:solidFill>
                <a:schemeClr val="bg1">
                  <a:lumMod val="95000"/>
                </a:schemeClr>
              </a:solidFill>
              <a:latin typeface="Arial" panose="020B0604020202020204" pitchFamily="34" charset="0"/>
            </a:endParaRPr>
          </a:p>
        </p:txBody>
      </p:sp>
      <p:sp>
        <p:nvSpPr>
          <p:cNvPr id="11" name="Rectangle 6"/>
          <p:cNvSpPr>
            <a:spLocks noChangeArrowheads="1"/>
          </p:cNvSpPr>
          <p:nvPr/>
        </p:nvSpPr>
        <p:spPr bwMode="auto">
          <a:xfrm>
            <a:off x="0" y="4762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4336781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832"/>
        <p:cNvGrpSpPr/>
        <p:nvPr/>
      </p:nvGrpSpPr>
      <p:grpSpPr>
        <a:xfrm>
          <a:off x="0" y="0"/>
          <a:ext cx="0" cy="0"/>
          <a:chOff x="0" y="0"/>
          <a:chExt cx="0" cy="0"/>
        </a:xfrm>
      </p:grpSpPr>
      <p:pic>
        <p:nvPicPr>
          <p:cNvPr id="837" name="Google Shape;837;p29"/>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F94FF8BB-ED82-7DD1-8E9C-C252FAD8DBC4}"/>
              </a:ext>
            </a:extLst>
          </p:cNvPr>
          <p:cNvSpPr/>
          <p:nvPr/>
        </p:nvSpPr>
        <p:spPr>
          <a:xfrm>
            <a:off x="593725" y="295775"/>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3200" dirty="0">
                <a:solidFill>
                  <a:schemeClr val="bg1">
                    <a:lumMod val="95000"/>
                  </a:schemeClr>
                </a:solidFill>
              </a:rPr>
              <a:t>🔥 </a:t>
            </a:r>
            <a:r>
              <a:rPr lang="en-US" sz="3200" dirty="0" smtClean="0">
                <a:solidFill>
                  <a:schemeClr val="bg1">
                    <a:lumMod val="95000"/>
                  </a:schemeClr>
                </a:solidFill>
              </a:rPr>
              <a:t>Recommendations</a:t>
            </a:r>
            <a:endParaRPr lang="en-US" sz="2400" u="sng" dirty="0">
              <a:solidFill>
                <a:schemeClr val="bg1">
                  <a:lumMod val="95000"/>
                </a:schemeClr>
              </a:solidFill>
              <a:latin typeface="Calibri"/>
              <a:ea typeface="Calibri"/>
              <a:cs typeface="Calibri"/>
              <a:sym typeface="Calibri"/>
            </a:endParaRPr>
          </a:p>
        </p:txBody>
      </p:sp>
      <p:sp>
        <p:nvSpPr>
          <p:cNvPr id="3" name="Google Shape;835;p29">
            <a:hlinkClick r:id="rId4"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41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9" name="Google Shape;179;p9"/>
          <p:cNvSpPr/>
          <p:nvPr/>
        </p:nvSpPr>
        <p:spPr>
          <a:xfrm>
            <a:off x="2427883" y="1349163"/>
            <a:ext cx="8990944" cy="503623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a:lnSpc>
                <a:spcPct val="200000"/>
              </a:lnSpc>
            </a:pPr>
            <a:r>
              <a:rPr lang="en-US" sz="3200" b="1" dirty="0">
                <a:solidFill>
                  <a:schemeClr val="bg1">
                    <a:lumMod val="95000"/>
                  </a:schemeClr>
                </a:solidFill>
              </a:rPr>
              <a:t>🏢 Organizational</a:t>
            </a:r>
            <a:endParaRPr lang="en-US" sz="3200" dirty="0">
              <a:solidFill>
                <a:schemeClr val="bg1">
                  <a:lumMod val="95000"/>
                </a:schemeClr>
              </a:solidFill>
            </a:endParaRPr>
          </a:p>
          <a:p>
            <a:pPr marL="457200" lvl="0" indent="-457200">
              <a:lnSpc>
                <a:spcPct val="200000"/>
              </a:lnSpc>
              <a:buFont typeface="Arial" panose="020B0604020202020204" pitchFamily="34" charset="0"/>
              <a:buChar char="•"/>
            </a:pPr>
            <a:r>
              <a:rPr lang="en-US" sz="3200" dirty="0">
                <a:solidFill>
                  <a:schemeClr val="bg1">
                    <a:lumMod val="95000"/>
                  </a:schemeClr>
                </a:solidFill>
              </a:rPr>
              <a:t>Monitor employee screen usage patterns </a:t>
            </a:r>
          </a:p>
          <a:p>
            <a:pPr marL="457200" lvl="0" indent="-457200">
              <a:lnSpc>
                <a:spcPct val="200000"/>
              </a:lnSpc>
              <a:buFont typeface="Arial" panose="020B0604020202020204" pitchFamily="34" charset="0"/>
              <a:buChar char="•"/>
            </a:pPr>
            <a:r>
              <a:rPr lang="en-US" sz="3200" dirty="0">
                <a:solidFill>
                  <a:schemeClr val="bg1">
                    <a:lumMod val="95000"/>
                  </a:schemeClr>
                </a:solidFill>
              </a:rPr>
              <a:t>Introduce digital wellbeing programs </a:t>
            </a:r>
          </a:p>
          <a:p>
            <a:pPr marL="457200" indent="-457200">
              <a:lnSpc>
                <a:spcPct val="200000"/>
              </a:lnSpc>
              <a:buFont typeface="Arial" panose="020B0604020202020204" pitchFamily="34" charset="0"/>
              <a:buChar char="•"/>
            </a:pPr>
            <a:r>
              <a:rPr lang="en-US" sz="3200" dirty="0">
                <a:solidFill>
                  <a:schemeClr val="bg1">
                    <a:lumMod val="95000"/>
                  </a:schemeClr>
                </a:solidFill>
              </a:rPr>
              <a:t>Provide access to mental health support </a:t>
            </a:r>
            <a:endParaRPr lang="en-US" altLang="en-US" sz="8800" dirty="0">
              <a:solidFill>
                <a:schemeClr val="bg1">
                  <a:lumMod val="95000"/>
                </a:schemeClr>
              </a:solidFill>
              <a:latin typeface="Arial" panose="020B0604020202020204" pitchFamily="34" charset="0"/>
            </a:endParaRPr>
          </a:p>
        </p:txBody>
      </p:sp>
      <p:sp>
        <p:nvSpPr>
          <p:cNvPr id="11" name="Rectangle 6"/>
          <p:cNvSpPr>
            <a:spLocks noChangeArrowheads="1"/>
          </p:cNvSpPr>
          <p:nvPr/>
        </p:nvSpPr>
        <p:spPr bwMode="auto">
          <a:xfrm>
            <a:off x="0" y="4762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9077678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832"/>
        <p:cNvGrpSpPr/>
        <p:nvPr/>
      </p:nvGrpSpPr>
      <p:grpSpPr>
        <a:xfrm>
          <a:off x="0" y="0"/>
          <a:ext cx="0" cy="0"/>
          <a:chOff x="0" y="0"/>
          <a:chExt cx="0" cy="0"/>
        </a:xfrm>
      </p:grpSpPr>
      <p:pic>
        <p:nvPicPr>
          <p:cNvPr id="837" name="Google Shape;837;p29"/>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F94FF8BB-ED82-7DD1-8E9C-C252FAD8DBC4}"/>
              </a:ext>
            </a:extLst>
          </p:cNvPr>
          <p:cNvSpPr/>
          <p:nvPr/>
        </p:nvSpPr>
        <p:spPr>
          <a:xfrm>
            <a:off x="593725" y="295775"/>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3200" dirty="0">
                <a:solidFill>
                  <a:schemeClr val="bg1">
                    <a:lumMod val="95000"/>
                  </a:schemeClr>
                </a:solidFill>
              </a:rPr>
              <a:t>🔥 </a:t>
            </a:r>
            <a:r>
              <a:rPr lang="en-US" sz="3200" dirty="0" smtClean="0">
                <a:solidFill>
                  <a:schemeClr val="bg1">
                    <a:lumMod val="95000"/>
                  </a:schemeClr>
                </a:solidFill>
              </a:rPr>
              <a:t>Recommendations</a:t>
            </a:r>
            <a:endParaRPr lang="en-US" sz="2400" u="sng" dirty="0">
              <a:solidFill>
                <a:schemeClr val="bg1">
                  <a:lumMod val="95000"/>
                </a:schemeClr>
              </a:solidFill>
              <a:latin typeface="Calibri"/>
              <a:ea typeface="Calibri"/>
              <a:cs typeface="Calibri"/>
              <a:sym typeface="Calibri"/>
            </a:endParaRPr>
          </a:p>
        </p:txBody>
      </p:sp>
      <p:sp>
        <p:nvSpPr>
          <p:cNvPr id="3" name="Google Shape;835;p29">
            <a:hlinkClick r:id="rId4"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41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9" name="Google Shape;179;p9"/>
          <p:cNvSpPr/>
          <p:nvPr/>
        </p:nvSpPr>
        <p:spPr>
          <a:xfrm>
            <a:off x="2427883" y="1349163"/>
            <a:ext cx="8990944" cy="503623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a:lnSpc>
                <a:spcPct val="250000"/>
              </a:lnSpc>
            </a:pPr>
            <a:r>
              <a:rPr lang="en-US" sz="2800" b="1" dirty="0">
                <a:solidFill>
                  <a:schemeClr val="bg1">
                    <a:lumMod val="95000"/>
                  </a:schemeClr>
                </a:solidFill>
              </a:rPr>
              <a:t>📱 Platform</a:t>
            </a:r>
            <a:endParaRPr lang="en-US" sz="2800" dirty="0">
              <a:solidFill>
                <a:schemeClr val="bg1">
                  <a:lumMod val="95000"/>
                </a:schemeClr>
              </a:solidFill>
            </a:endParaRPr>
          </a:p>
          <a:p>
            <a:pPr marL="457200" lvl="0" indent="-457200">
              <a:lnSpc>
                <a:spcPct val="250000"/>
              </a:lnSpc>
              <a:buFont typeface="Arial" panose="020B0604020202020204" pitchFamily="34" charset="0"/>
              <a:buChar char="•"/>
            </a:pPr>
            <a:r>
              <a:rPr lang="en-US" sz="2800" dirty="0">
                <a:solidFill>
                  <a:schemeClr val="bg1">
                    <a:lumMod val="95000"/>
                  </a:schemeClr>
                </a:solidFill>
              </a:rPr>
              <a:t>Add usage alerts and limits </a:t>
            </a:r>
          </a:p>
          <a:p>
            <a:pPr marL="457200" lvl="0" indent="-457200">
              <a:lnSpc>
                <a:spcPct val="250000"/>
              </a:lnSpc>
              <a:buFont typeface="Arial" panose="020B0604020202020204" pitchFamily="34" charset="0"/>
              <a:buChar char="•"/>
            </a:pPr>
            <a:r>
              <a:rPr lang="en-US" sz="2800" dirty="0">
                <a:solidFill>
                  <a:schemeClr val="bg1">
                    <a:lumMod val="95000"/>
                  </a:schemeClr>
                </a:solidFill>
              </a:rPr>
              <a:t>Provide weekly behavior reports </a:t>
            </a:r>
          </a:p>
          <a:p>
            <a:pPr marL="457200" indent="-457200">
              <a:lnSpc>
                <a:spcPct val="250000"/>
              </a:lnSpc>
              <a:buFont typeface="Arial" panose="020B0604020202020204" pitchFamily="34" charset="0"/>
              <a:buChar char="•"/>
            </a:pPr>
            <a:r>
              <a:rPr lang="en-US" sz="2800" dirty="0">
                <a:solidFill>
                  <a:schemeClr val="bg1">
                    <a:lumMod val="95000"/>
                  </a:schemeClr>
                </a:solidFill>
              </a:rPr>
              <a:t>Reduce exposure to harmful content </a:t>
            </a:r>
            <a:endParaRPr lang="en-US" altLang="en-US" sz="19900" dirty="0">
              <a:solidFill>
                <a:schemeClr val="bg1">
                  <a:lumMod val="95000"/>
                </a:schemeClr>
              </a:solidFill>
              <a:latin typeface="Arial" panose="020B0604020202020204" pitchFamily="34" charset="0"/>
            </a:endParaRPr>
          </a:p>
        </p:txBody>
      </p:sp>
      <p:sp>
        <p:nvSpPr>
          <p:cNvPr id="11" name="Rectangle 6"/>
          <p:cNvSpPr>
            <a:spLocks noChangeArrowheads="1"/>
          </p:cNvSpPr>
          <p:nvPr/>
        </p:nvSpPr>
        <p:spPr bwMode="auto">
          <a:xfrm>
            <a:off x="0" y="4762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105849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832"/>
        <p:cNvGrpSpPr/>
        <p:nvPr/>
      </p:nvGrpSpPr>
      <p:grpSpPr>
        <a:xfrm>
          <a:off x="0" y="0"/>
          <a:ext cx="0" cy="0"/>
          <a:chOff x="0" y="0"/>
          <a:chExt cx="0" cy="0"/>
        </a:xfrm>
      </p:grpSpPr>
      <p:pic>
        <p:nvPicPr>
          <p:cNvPr id="837" name="Google Shape;837;p29"/>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F94FF8BB-ED82-7DD1-8E9C-C252FAD8DBC4}"/>
              </a:ext>
            </a:extLst>
          </p:cNvPr>
          <p:cNvSpPr/>
          <p:nvPr/>
        </p:nvSpPr>
        <p:spPr>
          <a:xfrm>
            <a:off x="593725" y="295775"/>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3200" dirty="0">
                <a:solidFill>
                  <a:schemeClr val="bg1">
                    <a:lumMod val="95000"/>
                  </a:schemeClr>
                </a:solidFill>
              </a:rPr>
              <a:t>🔥 </a:t>
            </a:r>
            <a:r>
              <a:rPr lang="en-US" sz="3200" dirty="0" smtClean="0">
                <a:solidFill>
                  <a:schemeClr val="bg1">
                    <a:lumMod val="95000"/>
                  </a:schemeClr>
                </a:solidFill>
              </a:rPr>
              <a:t>Recommendations</a:t>
            </a:r>
            <a:endParaRPr lang="en-US" sz="2400" u="sng" dirty="0">
              <a:solidFill>
                <a:schemeClr val="bg1">
                  <a:lumMod val="95000"/>
                </a:schemeClr>
              </a:solidFill>
              <a:latin typeface="Calibri"/>
              <a:ea typeface="Calibri"/>
              <a:cs typeface="Calibri"/>
              <a:sym typeface="Calibri"/>
            </a:endParaRPr>
          </a:p>
        </p:txBody>
      </p:sp>
      <p:sp>
        <p:nvSpPr>
          <p:cNvPr id="3" name="Google Shape;835;p29">
            <a:hlinkClick r:id="rId4"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41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9" name="Google Shape;179;p9"/>
          <p:cNvSpPr/>
          <p:nvPr/>
        </p:nvSpPr>
        <p:spPr>
          <a:xfrm>
            <a:off x="2427883" y="1349163"/>
            <a:ext cx="8990944" cy="503623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a:lnSpc>
                <a:spcPct val="200000"/>
              </a:lnSpc>
            </a:pPr>
            <a:r>
              <a:rPr lang="en-US" sz="3200" b="1" dirty="0">
                <a:solidFill>
                  <a:schemeClr val="bg1">
                    <a:lumMod val="95000"/>
                  </a:schemeClr>
                </a:solidFill>
              </a:rPr>
              <a:t>🔥 Strategic Insight</a:t>
            </a:r>
            <a:endParaRPr lang="en-US" sz="3200" dirty="0">
              <a:solidFill>
                <a:schemeClr val="bg1">
                  <a:lumMod val="95000"/>
                </a:schemeClr>
              </a:solidFill>
            </a:endParaRPr>
          </a:p>
          <a:p>
            <a:pPr>
              <a:lnSpc>
                <a:spcPct val="200000"/>
              </a:lnSpc>
            </a:pPr>
            <a:r>
              <a:rPr lang="en-US" sz="2800" dirty="0">
                <a:solidFill>
                  <a:schemeClr val="bg1">
                    <a:lumMod val="95000"/>
                  </a:schemeClr>
                </a:solidFill>
              </a:rPr>
              <a:t>👉 👉 Focus on users with:</a:t>
            </a:r>
          </a:p>
          <a:p>
            <a:pPr marL="457200" lvl="0" indent="-457200">
              <a:lnSpc>
                <a:spcPct val="200000"/>
              </a:lnSpc>
              <a:buFont typeface="Arial" panose="020B0604020202020204" pitchFamily="34" charset="0"/>
              <a:buChar char="•"/>
            </a:pPr>
            <a:r>
              <a:rPr lang="en-US" sz="2800" dirty="0">
                <a:solidFill>
                  <a:schemeClr val="bg1">
                    <a:lumMod val="95000"/>
                  </a:schemeClr>
                </a:solidFill>
              </a:rPr>
              <a:t>Social Media Ratio &gt; 70% </a:t>
            </a:r>
          </a:p>
          <a:p>
            <a:pPr marL="457200" lvl="0" indent="-457200">
              <a:lnSpc>
                <a:spcPct val="200000"/>
              </a:lnSpc>
              <a:buFont typeface="Arial" panose="020B0604020202020204" pitchFamily="34" charset="0"/>
              <a:buChar char="•"/>
            </a:pPr>
            <a:r>
              <a:rPr lang="en-US" sz="2800" dirty="0">
                <a:solidFill>
                  <a:schemeClr val="bg1">
                    <a:lumMod val="95000"/>
                  </a:schemeClr>
                </a:solidFill>
              </a:rPr>
              <a:t>High addiction score </a:t>
            </a:r>
          </a:p>
          <a:p>
            <a:pPr>
              <a:lnSpc>
                <a:spcPct val="200000"/>
              </a:lnSpc>
            </a:pPr>
            <a:r>
              <a:rPr lang="en-US" sz="2800" dirty="0">
                <a:solidFill>
                  <a:schemeClr val="bg1">
                    <a:lumMod val="95000"/>
                  </a:schemeClr>
                </a:solidFill>
              </a:rPr>
              <a:t>✔ These are high-risk users</a:t>
            </a:r>
          </a:p>
        </p:txBody>
      </p:sp>
      <p:sp>
        <p:nvSpPr>
          <p:cNvPr id="11" name="Rectangle 6"/>
          <p:cNvSpPr>
            <a:spLocks noChangeArrowheads="1"/>
          </p:cNvSpPr>
          <p:nvPr/>
        </p:nvSpPr>
        <p:spPr bwMode="auto">
          <a:xfrm>
            <a:off x="0" y="4762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8640822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337936" y="2651859"/>
            <a:ext cx="1749421" cy="174942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62235">
                <a:alpha val="80000"/>
              </a:srgbClr>
            </a:solidFill>
          </p:spPr>
          <p:txBody>
            <a:bodyPr/>
            <a:lstStyle/>
            <a:p>
              <a:endParaRPr lang="en-US" sz="933"/>
            </a:p>
          </p:txBody>
        </p:sp>
        <p:sp>
          <p:nvSpPr>
            <p:cNvPr id="5" name="TextBox 5"/>
            <p:cNvSpPr txBox="1"/>
            <p:nvPr/>
          </p:nvSpPr>
          <p:spPr>
            <a:xfrm>
              <a:off x="76200" y="-28575"/>
              <a:ext cx="660400" cy="765175"/>
            </a:xfrm>
            <a:prstGeom prst="rect">
              <a:avLst/>
            </a:prstGeom>
          </p:spPr>
          <p:txBody>
            <a:bodyPr lIns="33867" tIns="33867" rIns="33867" bIns="33867" rtlCol="0" anchor="ctr"/>
            <a:lstStyle/>
            <a:p>
              <a:pPr algn="ctr">
                <a:lnSpc>
                  <a:spcPts val="4640"/>
                </a:lnSpc>
              </a:pPr>
              <a:r>
                <a:rPr lang="en-US" sz="3200" b="1" dirty="0">
                  <a:solidFill>
                    <a:schemeClr val="bg2">
                      <a:lumMod val="25000"/>
                      <a:lumOff val="75000"/>
                    </a:schemeClr>
                  </a:solidFill>
                  <a:latin typeface="Muli Bold" panose="00000800000000000000"/>
                  <a:ea typeface="Muli Bold" panose="00000800000000000000"/>
                  <a:cs typeface="Muli Bold" panose="00000800000000000000"/>
                  <a:sym typeface="Muli Bold" panose="00000800000000000000"/>
                </a:rPr>
                <a:t>2hrs</a:t>
              </a:r>
            </a:p>
          </p:txBody>
        </p:sp>
      </p:grpSp>
      <p:sp>
        <p:nvSpPr>
          <p:cNvPr id="17" name="TextBox 17"/>
          <p:cNvSpPr txBox="1"/>
          <p:nvPr/>
        </p:nvSpPr>
        <p:spPr>
          <a:xfrm>
            <a:off x="1320812" y="4763265"/>
            <a:ext cx="1783669" cy="243143"/>
          </a:xfrm>
          <a:prstGeom prst="rect">
            <a:avLst/>
          </a:prstGeom>
        </p:spPr>
        <p:txBody>
          <a:bodyPr lIns="0" tIns="0" rIns="0" bIns="0" rtlCol="0" anchor="t">
            <a:spAutoFit/>
          </a:bodyPr>
          <a:lstStyle/>
          <a:p>
            <a:pPr algn="ctr">
              <a:lnSpc>
                <a:spcPts val="1763"/>
              </a:lnSpc>
            </a:pPr>
            <a:r>
              <a:rPr lang="en-US" sz="2400" dirty="0">
                <a:solidFill>
                  <a:schemeClr val="bg2">
                    <a:lumMod val="25000"/>
                    <a:lumOff val="75000"/>
                  </a:schemeClr>
                </a:solidFill>
                <a:latin typeface="Muli" panose="00000500000000000000"/>
                <a:ea typeface="Muli" panose="00000500000000000000"/>
                <a:cs typeface="Muli" panose="00000500000000000000"/>
                <a:sym typeface="Muli" panose="00000500000000000000"/>
              </a:rPr>
              <a:t>DAILY LIMIT</a:t>
            </a:r>
          </a:p>
        </p:txBody>
      </p:sp>
      <p:sp>
        <p:nvSpPr>
          <p:cNvPr id="18" name="TextBox 18"/>
          <p:cNvSpPr txBox="1"/>
          <p:nvPr/>
        </p:nvSpPr>
        <p:spPr>
          <a:xfrm>
            <a:off x="6427598" y="4763265"/>
            <a:ext cx="1783669" cy="243143"/>
          </a:xfrm>
          <a:prstGeom prst="rect">
            <a:avLst/>
          </a:prstGeom>
        </p:spPr>
        <p:txBody>
          <a:bodyPr lIns="0" tIns="0" rIns="0" bIns="0" rtlCol="0" anchor="t">
            <a:spAutoFit/>
          </a:bodyPr>
          <a:lstStyle/>
          <a:p>
            <a:pPr algn="ctr">
              <a:lnSpc>
                <a:spcPts val="1763"/>
              </a:lnSpc>
            </a:pPr>
            <a:r>
              <a:rPr lang="en-US" sz="2400">
                <a:solidFill>
                  <a:schemeClr val="bg2">
                    <a:lumMod val="25000"/>
                    <a:lumOff val="75000"/>
                  </a:schemeClr>
                </a:solidFill>
                <a:latin typeface="Muli" panose="00000500000000000000"/>
                <a:ea typeface="Muli" panose="00000500000000000000"/>
                <a:cs typeface="Muli" panose="00000500000000000000"/>
                <a:sym typeface="Muli" panose="00000500000000000000"/>
              </a:rPr>
              <a:t>BREAKS</a:t>
            </a:r>
          </a:p>
        </p:txBody>
      </p:sp>
      <p:sp>
        <p:nvSpPr>
          <p:cNvPr id="19" name="TextBox 19"/>
          <p:cNvSpPr txBox="1"/>
          <p:nvPr/>
        </p:nvSpPr>
        <p:spPr>
          <a:xfrm>
            <a:off x="3606329" y="4775576"/>
            <a:ext cx="2584419" cy="230832"/>
          </a:xfrm>
          <a:prstGeom prst="rect">
            <a:avLst/>
          </a:prstGeom>
        </p:spPr>
        <p:txBody>
          <a:bodyPr wrap="square" lIns="0" tIns="0" rIns="0" bIns="0" rtlCol="0" anchor="t">
            <a:spAutoFit/>
          </a:bodyPr>
          <a:lstStyle/>
          <a:p>
            <a:pPr algn="ctr">
              <a:lnSpc>
                <a:spcPts val="1763"/>
              </a:lnSpc>
            </a:pPr>
            <a:r>
              <a:rPr lang="en-US" sz="2400" dirty="0">
                <a:solidFill>
                  <a:schemeClr val="bg2">
                    <a:lumMod val="25000"/>
                    <a:lumOff val="75000"/>
                  </a:schemeClr>
                </a:solidFill>
                <a:latin typeface="+mn-lt"/>
                <a:ea typeface="Muli" panose="00000500000000000000"/>
                <a:cs typeface="Muli" panose="00000500000000000000"/>
                <a:sym typeface="Muli" panose="00000500000000000000"/>
              </a:rPr>
              <a:t>SLEEP HYGIENE</a:t>
            </a:r>
          </a:p>
        </p:txBody>
      </p:sp>
      <p:sp>
        <p:nvSpPr>
          <p:cNvPr id="20" name="TextBox 20"/>
          <p:cNvSpPr txBox="1"/>
          <p:nvPr/>
        </p:nvSpPr>
        <p:spPr>
          <a:xfrm>
            <a:off x="8861918" y="4763265"/>
            <a:ext cx="2672466" cy="230832"/>
          </a:xfrm>
          <a:prstGeom prst="rect">
            <a:avLst/>
          </a:prstGeom>
        </p:spPr>
        <p:txBody>
          <a:bodyPr wrap="square" lIns="0" tIns="0" rIns="0" bIns="0" rtlCol="0" anchor="t">
            <a:spAutoFit/>
          </a:bodyPr>
          <a:lstStyle/>
          <a:p>
            <a:pPr algn="ctr">
              <a:lnSpc>
                <a:spcPts val="1763"/>
              </a:lnSpc>
            </a:pPr>
            <a:r>
              <a:rPr lang="en-US" sz="2400" dirty="0">
                <a:solidFill>
                  <a:schemeClr val="bg2">
                    <a:lumMod val="25000"/>
                    <a:lumOff val="75000"/>
                  </a:schemeClr>
                </a:solidFill>
                <a:latin typeface="Muli" panose="00000500000000000000"/>
                <a:ea typeface="Muli" panose="00000500000000000000"/>
                <a:cs typeface="Muli" panose="00000500000000000000"/>
                <a:sym typeface="Muli" panose="00000500000000000000"/>
              </a:rPr>
              <a:t>OFFLINE TIME</a:t>
            </a:r>
          </a:p>
        </p:txBody>
      </p:sp>
      <p:sp>
        <p:nvSpPr>
          <p:cNvPr id="21" name="TextBox 21"/>
          <p:cNvSpPr txBox="1"/>
          <p:nvPr/>
        </p:nvSpPr>
        <p:spPr>
          <a:xfrm>
            <a:off x="3511948" y="5107243"/>
            <a:ext cx="2773182" cy="1246495"/>
          </a:xfrm>
          <a:prstGeom prst="rect">
            <a:avLst/>
          </a:prstGeom>
        </p:spPr>
        <p:txBody>
          <a:bodyPr wrap="square" lIns="0" tIns="0" rIns="0" bIns="0" rtlCol="0" anchor="t">
            <a:spAutoFit/>
          </a:bodyPr>
          <a:lstStyle/>
          <a:p>
            <a:pPr algn="ctr">
              <a:lnSpc>
                <a:spcPct val="150000"/>
              </a:lnSpc>
            </a:pPr>
            <a:r>
              <a:rPr lang="en-US" sz="1800" dirty="0">
                <a:solidFill>
                  <a:srgbClr val="FFFFFF"/>
                </a:solidFill>
                <a:latin typeface="+mn-lt"/>
                <a:ea typeface="Muli" panose="00000500000000000000"/>
                <a:cs typeface="Muli" panose="00000500000000000000"/>
                <a:sym typeface="Muli" panose="00000500000000000000"/>
              </a:rPr>
              <a:t>Ensure 8 hours of sleep by avoiding screens 1 hour before bedtime.</a:t>
            </a:r>
          </a:p>
        </p:txBody>
      </p:sp>
      <p:sp>
        <p:nvSpPr>
          <p:cNvPr id="22" name="TextBox 22"/>
          <p:cNvSpPr txBox="1"/>
          <p:nvPr/>
        </p:nvSpPr>
        <p:spPr>
          <a:xfrm>
            <a:off x="469312" y="5107243"/>
            <a:ext cx="2635168" cy="1195199"/>
          </a:xfrm>
          <a:prstGeom prst="rect">
            <a:avLst/>
          </a:prstGeom>
        </p:spPr>
        <p:txBody>
          <a:bodyPr wrap="square" lIns="0" tIns="0" rIns="0" bIns="0" rtlCol="0" anchor="t">
            <a:spAutoFit/>
          </a:bodyPr>
          <a:lstStyle/>
          <a:p>
            <a:pPr algn="ctr">
              <a:lnSpc>
                <a:spcPct val="150000"/>
              </a:lnSpc>
            </a:pPr>
            <a:r>
              <a:rPr lang="en-US" sz="1800" dirty="0">
                <a:solidFill>
                  <a:srgbClr val="FFFFFF"/>
                </a:solidFill>
                <a:latin typeface="+mn-lt"/>
                <a:ea typeface="Muli" panose="00000500000000000000"/>
                <a:cs typeface="Muli" panose="00000500000000000000"/>
                <a:sym typeface="Muli" panose="00000500000000000000"/>
              </a:rPr>
              <a:t>Set a maximum 2-hour daily limit for social media usage.</a:t>
            </a:r>
          </a:p>
        </p:txBody>
      </p:sp>
      <p:sp>
        <p:nvSpPr>
          <p:cNvPr id="23" name="TextBox 23"/>
          <p:cNvSpPr txBox="1"/>
          <p:nvPr/>
        </p:nvSpPr>
        <p:spPr>
          <a:xfrm>
            <a:off x="6419968" y="5107243"/>
            <a:ext cx="2441949" cy="1246495"/>
          </a:xfrm>
          <a:prstGeom prst="rect">
            <a:avLst/>
          </a:prstGeom>
        </p:spPr>
        <p:txBody>
          <a:bodyPr wrap="square" lIns="0" tIns="0" rIns="0" bIns="0" rtlCol="0" anchor="t">
            <a:spAutoFit/>
          </a:bodyPr>
          <a:lstStyle/>
          <a:p>
            <a:pPr algn="ctr">
              <a:lnSpc>
                <a:spcPct val="150000"/>
              </a:lnSpc>
            </a:pPr>
            <a:r>
              <a:rPr lang="en-US" sz="1800" dirty="0">
                <a:solidFill>
                  <a:srgbClr val="FFFFFF"/>
                </a:solidFill>
                <a:latin typeface="+mn-lt"/>
                <a:ea typeface="Muli" panose="00000500000000000000"/>
                <a:cs typeface="Muli" panose="00000500000000000000"/>
                <a:sym typeface="Muli" panose="00000500000000000000"/>
              </a:rPr>
              <a:t>Take 30-minute breaks between social media sessions.</a:t>
            </a:r>
          </a:p>
        </p:txBody>
      </p:sp>
      <p:sp>
        <p:nvSpPr>
          <p:cNvPr id="24" name="TextBox 24"/>
          <p:cNvSpPr txBox="1"/>
          <p:nvPr/>
        </p:nvSpPr>
        <p:spPr>
          <a:xfrm>
            <a:off x="8952683" y="5107243"/>
            <a:ext cx="2751637" cy="1246495"/>
          </a:xfrm>
          <a:prstGeom prst="rect">
            <a:avLst/>
          </a:prstGeom>
        </p:spPr>
        <p:txBody>
          <a:bodyPr wrap="square" lIns="0" tIns="0" rIns="0" bIns="0" rtlCol="0" anchor="t">
            <a:spAutoFit/>
          </a:bodyPr>
          <a:lstStyle/>
          <a:p>
            <a:pPr algn="ctr">
              <a:lnSpc>
                <a:spcPct val="150000"/>
              </a:lnSpc>
            </a:pPr>
            <a:r>
              <a:rPr lang="en-US" sz="1800" dirty="0">
                <a:solidFill>
                  <a:srgbClr val="FFFFFF"/>
                </a:solidFill>
                <a:latin typeface="Muli" panose="00000500000000000000"/>
                <a:ea typeface="Muli" panose="00000500000000000000"/>
                <a:cs typeface="Muli" panose="00000500000000000000"/>
                <a:sym typeface="Muli" panose="00000500000000000000"/>
              </a:rPr>
              <a:t>Dedicate 1 hour daily to offline activities and hobbies.</a:t>
            </a:r>
          </a:p>
        </p:txBody>
      </p:sp>
      <p:sp>
        <p:nvSpPr>
          <p:cNvPr id="25" name="Google Shape;126;p4">
            <a:extLst>
              <a:ext uri="{FF2B5EF4-FFF2-40B4-BE49-F238E27FC236}">
                <a16:creationId xmlns:a16="http://schemas.microsoft.com/office/drawing/2014/main" id="{F94FF8BB-ED82-7DD1-8E9C-C252FAD8DBC4}"/>
              </a:ext>
            </a:extLst>
          </p:cNvPr>
          <p:cNvSpPr/>
          <p:nvPr/>
        </p:nvSpPr>
        <p:spPr>
          <a:xfrm>
            <a:off x="593725" y="295775"/>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3200" dirty="0">
                <a:solidFill>
                  <a:schemeClr val="bg1">
                    <a:lumMod val="95000"/>
                  </a:schemeClr>
                </a:solidFill>
              </a:rPr>
              <a:t>🔥 </a:t>
            </a:r>
            <a:r>
              <a:rPr lang="en-US" sz="3200" dirty="0" smtClean="0">
                <a:solidFill>
                  <a:schemeClr val="bg1">
                    <a:lumMod val="95000"/>
                  </a:schemeClr>
                </a:solidFill>
              </a:rPr>
              <a:t>Recommendations</a:t>
            </a:r>
            <a:endParaRPr lang="en-US" sz="2400" u="sng" dirty="0">
              <a:solidFill>
                <a:schemeClr val="bg1">
                  <a:lumMod val="95000"/>
                </a:schemeClr>
              </a:solidFill>
              <a:latin typeface="Calibri"/>
              <a:ea typeface="Calibri"/>
              <a:cs typeface="Calibri"/>
              <a:sym typeface="Calibri"/>
            </a:endParaRPr>
          </a:p>
        </p:txBody>
      </p:sp>
      <p:sp>
        <p:nvSpPr>
          <p:cNvPr id="26" name="Google Shape;835;p29">
            <a:hlinkClick r:id="rId3"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41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27" name="Group 3"/>
          <p:cNvGrpSpPr/>
          <p:nvPr/>
        </p:nvGrpSpPr>
        <p:grpSpPr>
          <a:xfrm>
            <a:off x="3892688" y="2651858"/>
            <a:ext cx="1749421" cy="1749421"/>
            <a:chOff x="0" y="0"/>
            <a:chExt cx="812800" cy="812800"/>
          </a:xfrm>
        </p:grpSpPr>
        <p:sp>
          <p:nvSpPr>
            <p:cNvPr id="28"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62235">
                <a:alpha val="80000"/>
              </a:srgbClr>
            </a:solidFill>
          </p:spPr>
          <p:txBody>
            <a:bodyPr/>
            <a:lstStyle/>
            <a:p>
              <a:endParaRPr lang="en-US" sz="933"/>
            </a:p>
          </p:txBody>
        </p:sp>
        <p:sp>
          <p:nvSpPr>
            <p:cNvPr id="29" name="TextBox 5"/>
            <p:cNvSpPr txBox="1"/>
            <p:nvPr/>
          </p:nvSpPr>
          <p:spPr>
            <a:xfrm>
              <a:off x="76200" y="-28575"/>
              <a:ext cx="660400" cy="765175"/>
            </a:xfrm>
            <a:prstGeom prst="rect">
              <a:avLst/>
            </a:prstGeom>
          </p:spPr>
          <p:txBody>
            <a:bodyPr lIns="33867" tIns="33867" rIns="33867" bIns="33867" rtlCol="0" anchor="ctr"/>
            <a:lstStyle/>
            <a:p>
              <a:pPr algn="ctr">
                <a:lnSpc>
                  <a:spcPts val="4640"/>
                </a:lnSpc>
              </a:pPr>
              <a:r>
                <a:rPr lang="en-US" sz="3200" b="1" dirty="0" smtClean="0">
                  <a:solidFill>
                    <a:schemeClr val="bg2">
                      <a:lumMod val="25000"/>
                      <a:lumOff val="75000"/>
                    </a:schemeClr>
                  </a:solidFill>
                  <a:latin typeface="Muli Bold" panose="00000800000000000000"/>
                  <a:ea typeface="Muli Bold" panose="00000800000000000000"/>
                  <a:cs typeface="Muli Bold" panose="00000800000000000000"/>
                  <a:sym typeface="Muli Bold" panose="00000800000000000000"/>
                </a:rPr>
                <a:t>8hrs</a:t>
              </a:r>
              <a:endParaRPr lang="en-US" sz="3200" b="1" dirty="0">
                <a:solidFill>
                  <a:schemeClr val="bg2">
                    <a:lumMod val="25000"/>
                    <a:lumOff val="75000"/>
                  </a:schemeClr>
                </a:solidFill>
                <a:latin typeface="Muli Bold" panose="00000800000000000000"/>
                <a:ea typeface="Muli Bold" panose="00000800000000000000"/>
                <a:cs typeface="Muli Bold" panose="00000800000000000000"/>
                <a:sym typeface="Muli Bold" panose="00000800000000000000"/>
              </a:endParaRPr>
            </a:p>
          </p:txBody>
        </p:sp>
      </p:grpSp>
      <p:grpSp>
        <p:nvGrpSpPr>
          <p:cNvPr id="30" name="Group 3"/>
          <p:cNvGrpSpPr/>
          <p:nvPr/>
        </p:nvGrpSpPr>
        <p:grpSpPr>
          <a:xfrm>
            <a:off x="6557150" y="2590355"/>
            <a:ext cx="1749421" cy="1810922"/>
            <a:chOff x="-52512" y="574582"/>
            <a:chExt cx="812800" cy="841374"/>
          </a:xfrm>
        </p:grpSpPr>
        <p:sp>
          <p:nvSpPr>
            <p:cNvPr id="31" name="Freeform 4"/>
            <p:cNvSpPr/>
            <p:nvPr/>
          </p:nvSpPr>
          <p:spPr>
            <a:xfrm>
              <a:off x="-52512" y="603156"/>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62235">
                <a:alpha val="80000"/>
              </a:srgbClr>
            </a:solidFill>
          </p:spPr>
          <p:txBody>
            <a:bodyPr/>
            <a:lstStyle/>
            <a:p>
              <a:endParaRPr lang="en-US" sz="933"/>
            </a:p>
          </p:txBody>
        </p:sp>
        <p:sp>
          <p:nvSpPr>
            <p:cNvPr id="32" name="TextBox 5"/>
            <p:cNvSpPr txBox="1"/>
            <p:nvPr/>
          </p:nvSpPr>
          <p:spPr>
            <a:xfrm>
              <a:off x="48915" y="574582"/>
              <a:ext cx="660400" cy="765175"/>
            </a:xfrm>
            <a:prstGeom prst="rect">
              <a:avLst/>
            </a:prstGeom>
          </p:spPr>
          <p:txBody>
            <a:bodyPr lIns="33867" tIns="33867" rIns="33867" bIns="33867" rtlCol="0" anchor="ctr"/>
            <a:lstStyle/>
            <a:p>
              <a:pPr algn="ctr">
                <a:lnSpc>
                  <a:spcPts val="4640"/>
                </a:lnSpc>
              </a:pPr>
              <a:r>
                <a:rPr lang="en-US" sz="3200" b="1" dirty="0" smtClean="0">
                  <a:solidFill>
                    <a:schemeClr val="bg2">
                      <a:lumMod val="25000"/>
                      <a:lumOff val="75000"/>
                    </a:schemeClr>
                  </a:solidFill>
                  <a:latin typeface="Muli Bold" panose="00000800000000000000"/>
                  <a:ea typeface="Muli Bold" panose="00000800000000000000"/>
                  <a:cs typeface="Muli Bold" panose="00000800000000000000"/>
                  <a:sym typeface="Muli Bold" panose="00000800000000000000"/>
                </a:rPr>
                <a:t>30 min</a:t>
              </a:r>
              <a:endParaRPr lang="en-US" sz="3200" b="1" dirty="0">
                <a:solidFill>
                  <a:schemeClr val="bg2">
                    <a:lumMod val="25000"/>
                    <a:lumOff val="75000"/>
                  </a:schemeClr>
                </a:solidFill>
                <a:latin typeface="Muli Bold" panose="00000800000000000000"/>
                <a:ea typeface="Muli Bold" panose="00000800000000000000"/>
                <a:cs typeface="Muli Bold" panose="00000800000000000000"/>
                <a:sym typeface="Muli Bold" panose="00000800000000000000"/>
              </a:endParaRPr>
            </a:p>
          </p:txBody>
        </p:sp>
      </p:grpSp>
      <p:grpSp>
        <p:nvGrpSpPr>
          <p:cNvPr id="33" name="Group 3"/>
          <p:cNvGrpSpPr/>
          <p:nvPr/>
        </p:nvGrpSpPr>
        <p:grpSpPr>
          <a:xfrm>
            <a:off x="9439917" y="2651856"/>
            <a:ext cx="1749421" cy="1749421"/>
            <a:chOff x="0" y="0"/>
            <a:chExt cx="812800" cy="812800"/>
          </a:xfrm>
        </p:grpSpPr>
        <p:sp>
          <p:nvSpPr>
            <p:cNvPr id="3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62235">
                <a:alpha val="80000"/>
              </a:srgbClr>
            </a:solidFill>
          </p:spPr>
          <p:txBody>
            <a:bodyPr/>
            <a:lstStyle/>
            <a:p>
              <a:endParaRPr lang="en-US" sz="933"/>
            </a:p>
          </p:txBody>
        </p:sp>
        <p:sp>
          <p:nvSpPr>
            <p:cNvPr id="35" name="TextBox 5"/>
            <p:cNvSpPr txBox="1"/>
            <p:nvPr/>
          </p:nvSpPr>
          <p:spPr>
            <a:xfrm>
              <a:off x="76200" y="-28575"/>
              <a:ext cx="660400" cy="765175"/>
            </a:xfrm>
            <a:prstGeom prst="rect">
              <a:avLst/>
            </a:prstGeom>
          </p:spPr>
          <p:txBody>
            <a:bodyPr lIns="33867" tIns="33867" rIns="33867" bIns="33867" rtlCol="0" anchor="ctr"/>
            <a:lstStyle/>
            <a:p>
              <a:pPr algn="ctr">
                <a:lnSpc>
                  <a:spcPts val="4640"/>
                </a:lnSpc>
              </a:pPr>
              <a:r>
                <a:rPr lang="en-US" sz="3200" b="1" dirty="0" smtClean="0">
                  <a:solidFill>
                    <a:schemeClr val="bg2">
                      <a:lumMod val="25000"/>
                      <a:lumOff val="75000"/>
                    </a:schemeClr>
                  </a:solidFill>
                  <a:latin typeface="Muli Bold" panose="00000800000000000000"/>
                  <a:ea typeface="Muli Bold" panose="00000800000000000000"/>
                  <a:cs typeface="Muli Bold" panose="00000800000000000000"/>
                  <a:sym typeface="Muli Bold" panose="00000800000000000000"/>
                </a:rPr>
                <a:t>1hr</a:t>
              </a:r>
              <a:endParaRPr lang="en-US" sz="3200" b="1" dirty="0">
                <a:solidFill>
                  <a:schemeClr val="bg2">
                    <a:lumMod val="25000"/>
                    <a:lumOff val="75000"/>
                  </a:schemeClr>
                </a:solidFill>
                <a:latin typeface="Muli Bold" panose="00000800000000000000"/>
                <a:ea typeface="Muli Bold" panose="00000800000000000000"/>
                <a:cs typeface="Muli Bold" panose="00000800000000000000"/>
                <a:sym typeface="Muli Bold" panose="00000800000000000000"/>
              </a:endParaRPr>
            </a:p>
          </p:txBody>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832"/>
        <p:cNvGrpSpPr/>
        <p:nvPr/>
      </p:nvGrpSpPr>
      <p:grpSpPr>
        <a:xfrm>
          <a:off x="0" y="0"/>
          <a:ext cx="0" cy="0"/>
          <a:chOff x="0" y="0"/>
          <a:chExt cx="0" cy="0"/>
        </a:xfrm>
      </p:grpSpPr>
      <p:pic>
        <p:nvPicPr>
          <p:cNvPr id="837" name="Google Shape;837;p29"/>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F94FF8BB-ED82-7DD1-8E9C-C252FAD8DBC4}"/>
              </a:ext>
            </a:extLst>
          </p:cNvPr>
          <p:cNvSpPr/>
          <p:nvPr/>
        </p:nvSpPr>
        <p:spPr>
          <a:xfrm>
            <a:off x="593725" y="295775"/>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3200" dirty="0">
                <a:solidFill>
                  <a:schemeClr val="bg1">
                    <a:lumMod val="95000"/>
                  </a:schemeClr>
                </a:solidFill>
              </a:rPr>
              <a:t>🔥 </a:t>
            </a:r>
            <a:r>
              <a:rPr lang="en-US" sz="3200" dirty="0" smtClean="0">
                <a:solidFill>
                  <a:schemeClr val="bg1">
                    <a:lumMod val="95000"/>
                  </a:schemeClr>
                </a:solidFill>
              </a:rPr>
              <a:t>Business Value</a:t>
            </a:r>
            <a:endParaRPr lang="en-US" sz="2400" u="sng" dirty="0">
              <a:solidFill>
                <a:schemeClr val="bg1">
                  <a:lumMod val="95000"/>
                </a:schemeClr>
              </a:solidFill>
              <a:latin typeface="Calibri"/>
              <a:ea typeface="Calibri"/>
              <a:cs typeface="Calibri"/>
              <a:sym typeface="Calibri"/>
            </a:endParaRPr>
          </a:p>
        </p:txBody>
      </p:sp>
      <p:sp>
        <p:nvSpPr>
          <p:cNvPr id="3" name="Google Shape;835;p29">
            <a:hlinkClick r:id="rId4"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41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9" name="Google Shape;179;p9"/>
          <p:cNvSpPr/>
          <p:nvPr/>
        </p:nvSpPr>
        <p:spPr>
          <a:xfrm>
            <a:off x="2427883" y="1349163"/>
            <a:ext cx="8990944" cy="503623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a:lnSpc>
                <a:spcPct val="150000"/>
              </a:lnSpc>
            </a:pPr>
            <a:r>
              <a:rPr lang="en-US" sz="3200" b="1" dirty="0">
                <a:solidFill>
                  <a:schemeClr val="bg1">
                    <a:lumMod val="95000"/>
                  </a:schemeClr>
                </a:solidFill>
              </a:rPr>
              <a:t>🔹 Value Delivered</a:t>
            </a:r>
            <a:endParaRPr lang="en-US" sz="3200" dirty="0">
              <a:solidFill>
                <a:schemeClr val="bg1">
                  <a:lumMod val="95000"/>
                </a:schemeClr>
              </a:solidFill>
            </a:endParaRPr>
          </a:p>
          <a:p>
            <a:pPr>
              <a:lnSpc>
                <a:spcPct val="150000"/>
              </a:lnSpc>
            </a:pPr>
            <a:r>
              <a:rPr lang="en-US" sz="2000" b="1" dirty="0">
                <a:solidFill>
                  <a:schemeClr val="bg1">
                    <a:lumMod val="95000"/>
                  </a:schemeClr>
                </a:solidFill>
              </a:rPr>
              <a:t>✔ </a:t>
            </a:r>
            <a:r>
              <a:rPr lang="en-US" sz="2800" b="1" dirty="0">
                <a:solidFill>
                  <a:schemeClr val="bg1">
                    <a:lumMod val="95000"/>
                  </a:schemeClr>
                </a:solidFill>
              </a:rPr>
              <a:t>Early detection of addiction risk</a:t>
            </a:r>
            <a:br>
              <a:rPr lang="en-US" sz="2800" b="1" dirty="0">
                <a:solidFill>
                  <a:schemeClr val="bg1">
                    <a:lumMod val="95000"/>
                  </a:schemeClr>
                </a:solidFill>
              </a:rPr>
            </a:br>
            <a:r>
              <a:rPr lang="en-US" sz="2800" b="1" dirty="0">
                <a:solidFill>
                  <a:schemeClr val="bg1">
                    <a:lumMod val="95000"/>
                  </a:schemeClr>
                </a:solidFill>
              </a:rPr>
              <a:t>✔ Improved mental health awareness</a:t>
            </a:r>
            <a:br>
              <a:rPr lang="en-US" sz="2800" b="1" dirty="0">
                <a:solidFill>
                  <a:schemeClr val="bg1">
                    <a:lumMod val="95000"/>
                  </a:schemeClr>
                </a:solidFill>
              </a:rPr>
            </a:br>
            <a:r>
              <a:rPr lang="en-US" sz="2800" b="1" dirty="0">
                <a:solidFill>
                  <a:schemeClr val="bg1">
                    <a:lumMod val="95000"/>
                  </a:schemeClr>
                </a:solidFill>
              </a:rPr>
              <a:t>✔ Increased productivity optimization</a:t>
            </a:r>
            <a:br>
              <a:rPr lang="en-US" sz="2800" b="1" dirty="0">
                <a:solidFill>
                  <a:schemeClr val="bg1">
                    <a:lumMod val="95000"/>
                  </a:schemeClr>
                </a:solidFill>
              </a:rPr>
            </a:br>
            <a:r>
              <a:rPr lang="en-US" sz="2800" b="1" dirty="0">
                <a:solidFill>
                  <a:schemeClr val="bg1">
                    <a:lumMod val="95000"/>
                  </a:schemeClr>
                </a:solidFill>
              </a:rPr>
              <a:t>✔ Behavioral segmentation for decision-making</a:t>
            </a:r>
            <a:br>
              <a:rPr lang="en-US" sz="2800" b="1" dirty="0">
                <a:solidFill>
                  <a:schemeClr val="bg1">
                    <a:lumMod val="95000"/>
                  </a:schemeClr>
                </a:solidFill>
              </a:rPr>
            </a:br>
            <a:r>
              <a:rPr lang="en-US" sz="2800" b="1" dirty="0">
                <a:solidFill>
                  <a:schemeClr val="bg1">
                    <a:lumMod val="95000"/>
                  </a:schemeClr>
                </a:solidFill>
              </a:rPr>
              <a:t>✔ Support for data-driven policies</a:t>
            </a:r>
            <a:endParaRPr lang="en-US" sz="2800" dirty="0">
              <a:solidFill>
                <a:schemeClr val="bg1">
                  <a:lumMod val="95000"/>
                </a:schemeClr>
              </a:solidFill>
            </a:endParaRPr>
          </a:p>
        </p:txBody>
      </p:sp>
      <p:sp>
        <p:nvSpPr>
          <p:cNvPr id="11" name="Rectangle 6"/>
          <p:cNvSpPr>
            <a:spLocks noChangeArrowheads="1"/>
          </p:cNvSpPr>
          <p:nvPr/>
        </p:nvSpPr>
        <p:spPr bwMode="auto">
          <a:xfrm>
            <a:off x="0" y="4762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pSp>
        <p:nvGrpSpPr>
          <p:cNvPr id="7" name="Group 3"/>
          <p:cNvGrpSpPr/>
          <p:nvPr/>
        </p:nvGrpSpPr>
        <p:grpSpPr>
          <a:xfrm>
            <a:off x="9133840" y="4272117"/>
            <a:ext cx="2397760" cy="2113280"/>
            <a:chOff x="0" y="0"/>
            <a:chExt cx="812800" cy="812800"/>
          </a:xfrm>
        </p:grpSpPr>
        <p:sp>
          <p:nvSpPr>
            <p:cNvPr id="8"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en-US" sz="933"/>
            </a:p>
          </p:txBody>
        </p:sp>
      </p:grpSp>
    </p:spTree>
    <p:extLst>
      <p:ext uri="{BB962C8B-B14F-4D97-AF65-F5344CB8AC3E}">
        <p14:creationId xmlns:p14="http://schemas.microsoft.com/office/powerpoint/2010/main" val="240849435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832"/>
        <p:cNvGrpSpPr/>
        <p:nvPr/>
      </p:nvGrpSpPr>
      <p:grpSpPr>
        <a:xfrm>
          <a:off x="0" y="0"/>
          <a:ext cx="0" cy="0"/>
          <a:chOff x="0" y="0"/>
          <a:chExt cx="0" cy="0"/>
        </a:xfrm>
      </p:grpSpPr>
      <p:pic>
        <p:nvPicPr>
          <p:cNvPr id="837" name="Google Shape;837;p29"/>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F94FF8BB-ED82-7DD1-8E9C-C252FAD8DBC4}"/>
              </a:ext>
            </a:extLst>
          </p:cNvPr>
          <p:cNvSpPr/>
          <p:nvPr/>
        </p:nvSpPr>
        <p:spPr>
          <a:xfrm>
            <a:off x="593725" y="295775"/>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3200" dirty="0">
                <a:solidFill>
                  <a:schemeClr val="bg1">
                    <a:lumMod val="95000"/>
                  </a:schemeClr>
                </a:solidFill>
              </a:rPr>
              <a:t>🔥 </a:t>
            </a:r>
            <a:r>
              <a:rPr lang="en-US" sz="3200" dirty="0" smtClean="0">
                <a:solidFill>
                  <a:schemeClr val="bg1">
                    <a:lumMod val="95000"/>
                  </a:schemeClr>
                </a:solidFill>
              </a:rPr>
              <a:t>Business Value</a:t>
            </a:r>
            <a:endParaRPr lang="en-US" sz="2400" u="sng" dirty="0">
              <a:solidFill>
                <a:schemeClr val="bg1">
                  <a:lumMod val="95000"/>
                </a:schemeClr>
              </a:solidFill>
              <a:latin typeface="Calibri"/>
              <a:ea typeface="Calibri"/>
              <a:cs typeface="Calibri"/>
              <a:sym typeface="Calibri"/>
            </a:endParaRPr>
          </a:p>
        </p:txBody>
      </p:sp>
      <p:sp>
        <p:nvSpPr>
          <p:cNvPr id="3" name="Google Shape;835;p29">
            <a:hlinkClick r:id="rId4"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41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9" name="Google Shape;179;p9"/>
          <p:cNvSpPr/>
          <p:nvPr/>
        </p:nvSpPr>
        <p:spPr>
          <a:xfrm>
            <a:off x="2427883" y="1349163"/>
            <a:ext cx="8990944" cy="503623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a:lnSpc>
                <a:spcPct val="200000"/>
              </a:lnSpc>
            </a:pPr>
            <a:r>
              <a:rPr lang="en-US" sz="3200" b="1" dirty="0">
                <a:solidFill>
                  <a:schemeClr val="bg1">
                    <a:lumMod val="95000"/>
                  </a:schemeClr>
                </a:solidFill>
              </a:rPr>
              <a:t>🔹 Organizational Impact</a:t>
            </a:r>
            <a:endParaRPr lang="en-US" sz="3200" dirty="0">
              <a:solidFill>
                <a:schemeClr val="bg1">
                  <a:lumMod val="95000"/>
                </a:schemeClr>
              </a:solidFill>
            </a:endParaRPr>
          </a:p>
          <a:p>
            <a:pPr marL="457200" lvl="0" indent="-457200">
              <a:lnSpc>
                <a:spcPct val="200000"/>
              </a:lnSpc>
              <a:buFont typeface="Arial" panose="020B0604020202020204" pitchFamily="34" charset="0"/>
              <a:buChar char="•"/>
            </a:pPr>
            <a:r>
              <a:rPr lang="en-US" sz="2800" b="1" dirty="0">
                <a:solidFill>
                  <a:schemeClr val="bg1">
                    <a:lumMod val="95000"/>
                  </a:schemeClr>
                </a:solidFill>
              </a:rPr>
              <a:t>Helps HR and management understand employee behavior </a:t>
            </a:r>
          </a:p>
          <a:p>
            <a:pPr marL="457200" lvl="0" indent="-457200">
              <a:lnSpc>
                <a:spcPct val="200000"/>
              </a:lnSpc>
              <a:buFont typeface="Arial" panose="020B0604020202020204" pitchFamily="34" charset="0"/>
              <a:buChar char="•"/>
            </a:pPr>
            <a:r>
              <a:rPr lang="en-US" sz="2800" b="1" dirty="0">
                <a:solidFill>
                  <a:schemeClr val="bg1">
                    <a:lumMod val="95000"/>
                  </a:schemeClr>
                </a:solidFill>
              </a:rPr>
              <a:t>Supports wellness initiatives </a:t>
            </a:r>
          </a:p>
          <a:p>
            <a:pPr marL="457200" indent="-457200">
              <a:lnSpc>
                <a:spcPct val="200000"/>
              </a:lnSpc>
              <a:buFont typeface="Arial" panose="020B0604020202020204" pitchFamily="34" charset="0"/>
              <a:buChar char="•"/>
            </a:pPr>
            <a:r>
              <a:rPr lang="en-US" sz="2800" b="1" dirty="0">
                <a:solidFill>
                  <a:schemeClr val="bg1">
                    <a:lumMod val="95000"/>
                  </a:schemeClr>
                </a:solidFill>
              </a:rPr>
              <a:t>Enables predictive planning</a:t>
            </a:r>
          </a:p>
        </p:txBody>
      </p:sp>
      <p:sp>
        <p:nvSpPr>
          <p:cNvPr id="11" name="Rectangle 6"/>
          <p:cNvSpPr>
            <a:spLocks noChangeArrowheads="1"/>
          </p:cNvSpPr>
          <p:nvPr/>
        </p:nvSpPr>
        <p:spPr bwMode="auto">
          <a:xfrm>
            <a:off x="0" y="4762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pSp>
        <p:nvGrpSpPr>
          <p:cNvPr id="7" name="Group 3"/>
          <p:cNvGrpSpPr/>
          <p:nvPr/>
        </p:nvGrpSpPr>
        <p:grpSpPr>
          <a:xfrm>
            <a:off x="9133840" y="4272117"/>
            <a:ext cx="2397760" cy="2113280"/>
            <a:chOff x="0" y="0"/>
            <a:chExt cx="812800" cy="812800"/>
          </a:xfrm>
        </p:grpSpPr>
        <p:sp>
          <p:nvSpPr>
            <p:cNvPr id="8"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en-US" sz="933"/>
            </a:p>
          </p:txBody>
        </p:sp>
      </p:grpSp>
    </p:spTree>
    <p:extLst>
      <p:ext uri="{BB962C8B-B14F-4D97-AF65-F5344CB8AC3E}">
        <p14:creationId xmlns:p14="http://schemas.microsoft.com/office/powerpoint/2010/main" val="9175694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832"/>
        <p:cNvGrpSpPr/>
        <p:nvPr/>
      </p:nvGrpSpPr>
      <p:grpSpPr>
        <a:xfrm>
          <a:off x="0" y="0"/>
          <a:ext cx="0" cy="0"/>
          <a:chOff x="0" y="0"/>
          <a:chExt cx="0" cy="0"/>
        </a:xfrm>
      </p:grpSpPr>
      <p:pic>
        <p:nvPicPr>
          <p:cNvPr id="837" name="Google Shape;837;p29"/>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F94FF8BB-ED82-7DD1-8E9C-C252FAD8DBC4}"/>
              </a:ext>
            </a:extLst>
          </p:cNvPr>
          <p:cNvSpPr/>
          <p:nvPr/>
        </p:nvSpPr>
        <p:spPr>
          <a:xfrm>
            <a:off x="593725" y="295775"/>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457200" lvl="0" indent="-457200">
              <a:buClr>
                <a:srgbClr val="7030A0"/>
              </a:buClr>
              <a:buSzPts val="2800"/>
              <a:buFont typeface="Noto Sans Symbols"/>
              <a:buChar char="▪"/>
            </a:pPr>
            <a:r>
              <a:rPr lang="en-US" sz="3200" dirty="0">
                <a:solidFill>
                  <a:schemeClr val="bg1">
                    <a:lumMod val="95000"/>
                  </a:schemeClr>
                </a:solidFill>
              </a:rPr>
              <a:t>🔥 </a:t>
            </a:r>
            <a:r>
              <a:rPr lang="en-US" sz="3200" dirty="0" smtClean="0">
                <a:solidFill>
                  <a:schemeClr val="bg1">
                    <a:lumMod val="95000"/>
                  </a:schemeClr>
                </a:solidFill>
              </a:rPr>
              <a:t>Business Value</a:t>
            </a:r>
            <a:endParaRPr lang="en-US" sz="2400" u="sng" dirty="0">
              <a:solidFill>
                <a:schemeClr val="bg1">
                  <a:lumMod val="95000"/>
                </a:schemeClr>
              </a:solidFill>
              <a:latin typeface="Calibri"/>
              <a:ea typeface="Calibri"/>
              <a:cs typeface="Calibri"/>
              <a:sym typeface="Calibri"/>
            </a:endParaRPr>
          </a:p>
        </p:txBody>
      </p:sp>
      <p:sp>
        <p:nvSpPr>
          <p:cNvPr id="3" name="Google Shape;835;p29">
            <a:hlinkClick r:id="rId4"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41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9" name="Google Shape;179;p9"/>
          <p:cNvSpPr/>
          <p:nvPr/>
        </p:nvSpPr>
        <p:spPr>
          <a:xfrm>
            <a:off x="2427883" y="1349163"/>
            <a:ext cx="8990944" cy="503623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a:lnSpc>
                <a:spcPct val="200000"/>
              </a:lnSpc>
            </a:pPr>
            <a:r>
              <a:rPr lang="en-US" sz="3200" b="1" dirty="0">
                <a:solidFill>
                  <a:schemeClr val="bg1">
                    <a:lumMod val="95000"/>
                  </a:schemeClr>
                </a:solidFill>
              </a:rPr>
              <a:t>🔹 Organizational Impact</a:t>
            </a:r>
            <a:endParaRPr lang="en-US" sz="3200" dirty="0">
              <a:solidFill>
                <a:schemeClr val="bg1">
                  <a:lumMod val="95000"/>
                </a:schemeClr>
              </a:solidFill>
            </a:endParaRPr>
          </a:p>
          <a:p>
            <a:pPr marL="457200" lvl="0" indent="-457200">
              <a:lnSpc>
                <a:spcPct val="200000"/>
              </a:lnSpc>
              <a:buFont typeface="Arial" panose="020B0604020202020204" pitchFamily="34" charset="0"/>
              <a:buChar char="•"/>
            </a:pPr>
            <a:r>
              <a:rPr lang="en-US" sz="2800" b="1" dirty="0">
                <a:solidFill>
                  <a:schemeClr val="bg1">
                    <a:lumMod val="95000"/>
                  </a:schemeClr>
                </a:solidFill>
              </a:rPr>
              <a:t>Helps HR and management understand employee behavior </a:t>
            </a:r>
          </a:p>
          <a:p>
            <a:pPr marL="457200" lvl="0" indent="-457200">
              <a:lnSpc>
                <a:spcPct val="200000"/>
              </a:lnSpc>
              <a:buFont typeface="Arial" panose="020B0604020202020204" pitchFamily="34" charset="0"/>
              <a:buChar char="•"/>
            </a:pPr>
            <a:r>
              <a:rPr lang="en-US" sz="2800" b="1" dirty="0">
                <a:solidFill>
                  <a:schemeClr val="bg1">
                    <a:lumMod val="95000"/>
                  </a:schemeClr>
                </a:solidFill>
              </a:rPr>
              <a:t>Supports wellness initiatives </a:t>
            </a:r>
          </a:p>
          <a:p>
            <a:pPr marL="457200" indent="-457200">
              <a:lnSpc>
                <a:spcPct val="200000"/>
              </a:lnSpc>
              <a:buFont typeface="Arial" panose="020B0604020202020204" pitchFamily="34" charset="0"/>
              <a:buChar char="•"/>
            </a:pPr>
            <a:r>
              <a:rPr lang="en-US" sz="2800" b="1" dirty="0">
                <a:solidFill>
                  <a:schemeClr val="bg1">
                    <a:lumMod val="95000"/>
                  </a:schemeClr>
                </a:solidFill>
              </a:rPr>
              <a:t>Enables predictive planning</a:t>
            </a:r>
          </a:p>
        </p:txBody>
      </p:sp>
      <p:sp>
        <p:nvSpPr>
          <p:cNvPr id="11" name="Rectangle 6"/>
          <p:cNvSpPr>
            <a:spLocks noChangeArrowheads="1"/>
          </p:cNvSpPr>
          <p:nvPr/>
        </p:nvSpPr>
        <p:spPr bwMode="auto">
          <a:xfrm>
            <a:off x="0" y="4762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pSp>
        <p:nvGrpSpPr>
          <p:cNvPr id="7" name="Group 3"/>
          <p:cNvGrpSpPr/>
          <p:nvPr/>
        </p:nvGrpSpPr>
        <p:grpSpPr>
          <a:xfrm>
            <a:off x="9133840" y="4272117"/>
            <a:ext cx="2397760" cy="2113280"/>
            <a:chOff x="0" y="0"/>
            <a:chExt cx="812800" cy="812800"/>
          </a:xfrm>
        </p:grpSpPr>
        <p:sp>
          <p:nvSpPr>
            <p:cNvPr id="8"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en-US" sz="933"/>
            </a:p>
          </p:txBody>
        </p:sp>
      </p:grpSp>
    </p:spTree>
    <p:extLst>
      <p:ext uri="{BB962C8B-B14F-4D97-AF65-F5344CB8AC3E}">
        <p14:creationId xmlns:p14="http://schemas.microsoft.com/office/powerpoint/2010/main" val="259302255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832"/>
        <p:cNvGrpSpPr/>
        <p:nvPr/>
      </p:nvGrpSpPr>
      <p:grpSpPr>
        <a:xfrm>
          <a:off x="0" y="0"/>
          <a:ext cx="0" cy="0"/>
          <a:chOff x="0" y="0"/>
          <a:chExt cx="0" cy="0"/>
        </a:xfrm>
      </p:grpSpPr>
      <p:pic>
        <p:nvPicPr>
          <p:cNvPr id="837" name="Google Shape;837;p29"/>
          <p:cNvPicPr preferRelativeResize="0"/>
          <p:nvPr/>
        </p:nvPicPr>
        <p:blipFill rotWithShape="1">
          <a:blip r:embed="rId3">
            <a:alphaModFix/>
          </a:blip>
          <a:srcRect/>
          <a:stretch/>
        </p:blipFill>
        <p:spPr>
          <a:xfrm>
            <a:off x="250372" y="5714999"/>
            <a:ext cx="1215571" cy="1088193"/>
          </a:xfrm>
          <a:prstGeom prst="rect">
            <a:avLst/>
          </a:prstGeom>
          <a:noFill/>
          <a:ln>
            <a:noFill/>
          </a:ln>
        </p:spPr>
      </p:pic>
      <p:sp>
        <p:nvSpPr>
          <p:cNvPr id="2" name="Google Shape;126;p4">
            <a:extLst>
              <a:ext uri="{FF2B5EF4-FFF2-40B4-BE49-F238E27FC236}">
                <a16:creationId xmlns:a16="http://schemas.microsoft.com/office/drawing/2014/main" id="{F94FF8BB-ED82-7DD1-8E9C-C252FAD8DBC4}"/>
              </a:ext>
            </a:extLst>
          </p:cNvPr>
          <p:cNvSpPr/>
          <p:nvPr/>
        </p:nvSpPr>
        <p:spPr>
          <a:xfrm>
            <a:off x="593725" y="295775"/>
            <a:ext cx="10825102" cy="64711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a:lnSpc>
                <a:spcPts val="6270"/>
              </a:lnSpc>
            </a:pPr>
            <a:r>
              <a:rPr lang="en-US" sz="3200" b="1" dirty="0">
                <a:solidFill>
                  <a:schemeClr val="bg1">
                    <a:lumMod val="95000"/>
                  </a:schemeClr>
                </a:solidFill>
              </a:rPr>
              <a:t>🔥 </a:t>
            </a:r>
            <a:r>
              <a:rPr lang="en-US" sz="3200" b="1" dirty="0">
                <a:solidFill>
                  <a:srgbClr val="FFFFFF"/>
                </a:solidFill>
                <a:latin typeface="League Gothic" panose="00000500000000000000"/>
                <a:ea typeface="League Gothic" panose="00000500000000000000"/>
                <a:cs typeface="League Gothic" panose="00000500000000000000"/>
                <a:sym typeface="League Gothic" panose="00000500000000000000"/>
              </a:rPr>
              <a:t>CONCLUSIONS</a:t>
            </a:r>
          </a:p>
        </p:txBody>
      </p:sp>
      <p:sp>
        <p:nvSpPr>
          <p:cNvPr id="3" name="Google Shape;835;p29">
            <a:hlinkClick r:id="rId4"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41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9" name="Google Shape;179;p9"/>
          <p:cNvSpPr/>
          <p:nvPr/>
        </p:nvSpPr>
        <p:spPr>
          <a:xfrm>
            <a:off x="2427883" y="1349163"/>
            <a:ext cx="8990944" cy="5036234"/>
          </a:xfrm>
          <a:prstGeom prst="roundRect">
            <a:avLst>
              <a:gd name="adj" fmla="val 16667"/>
            </a:avLst>
          </a:prstGeom>
          <a:solidFill>
            <a:srgbClr val="162235">
              <a:alpha val="75000"/>
            </a:srgbClr>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a:lnSpc>
                <a:spcPct val="200000"/>
              </a:lnSpc>
            </a:pPr>
            <a:endParaRPr lang="en-US" sz="2800" b="1" dirty="0">
              <a:solidFill>
                <a:schemeClr val="bg1">
                  <a:lumMod val="95000"/>
                </a:schemeClr>
              </a:solidFill>
            </a:endParaRPr>
          </a:p>
        </p:txBody>
      </p:sp>
      <p:sp>
        <p:nvSpPr>
          <p:cNvPr id="11" name="Rectangle 6"/>
          <p:cNvSpPr>
            <a:spLocks noChangeArrowheads="1"/>
          </p:cNvSpPr>
          <p:nvPr/>
        </p:nvSpPr>
        <p:spPr bwMode="auto">
          <a:xfrm>
            <a:off x="0" y="4762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grpSp>
        <p:nvGrpSpPr>
          <p:cNvPr id="7" name="Group 3"/>
          <p:cNvGrpSpPr/>
          <p:nvPr/>
        </p:nvGrpSpPr>
        <p:grpSpPr>
          <a:xfrm>
            <a:off x="9983007" y="4678391"/>
            <a:ext cx="2397760" cy="2113280"/>
            <a:chOff x="0" y="0"/>
            <a:chExt cx="812800" cy="812800"/>
          </a:xfrm>
        </p:grpSpPr>
        <p:sp>
          <p:nvSpPr>
            <p:cNvPr id="8"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en-US" sz="933"/>
            </a:p>
          </p:txBody>
        </p:sp>
      </p:grpSp>
      <p:sp>
        <p:nvSpPr>
          <p:cNvPr id="14" name="TextBox 10"/>
          <p:cNvSpPr txBox="1"/>
          <p:nvPr/>
        </p:nvSpPr>
        <p:spPr>
          <a:xfrm>
            <a:off x="2718121" y="1962528"/>
            <a:ext cx="8217737" cy="4247317"/>
          </a:xfrm>
          <a:prstGeom prst="rect">
            <a:avLst/>
          </a:prstGeom>
        </p:spPr>
        <p:txBody>
          <a:bodyPr wrap="square" lIns="0" tIns="0" rIns="0" bIns="0" rtlCol="0" anchor="t">
            <a:spAutoFit/>
          </a:bodyPr>
          <a:lstStyle/>
          <a:p>
            <a:pPr algn="ctr"/>
            <a:r>
              <a:rPr lang="en-US" sz="2400" b="1" dirty="0">
                <a:solidFill>
                  <a:schemeClr val="bg1">
                    <a:lumMod val="95000"/>
                  </a:schemeClr>
                </a:solidFill>
              </a:rPr>
              <a:t>Social media addiction is not only a usage problem</a:t>
            </a:r>
          </a:p>
          <a:p>
            <a:pPr algn="ctr"/>
            <a:r>
              <a:rPr lang="en-US" sz="2400" b="1" dirty="0">
                <a:solidFill>
                  <a:schemeClr val="bg1">
                    <a:lumMod val="95000"/>
                  </a:schemeClr>
                </a:solidFill>
              </a:rPr>
              <a:t>It is a behavioral, mental health, and productivity </a:t>
            </a:r>
            <a:r>
              <a:rPr lang="en-US" sz="2400" b="1" dirty="0" smtClean="0">
                <a:solidFill>
                  <a:schemeClr val="bg1">
                    <a:lumMod val="95000"/>
                  </a:schemeClr>
                </a:solidFill>
              </a:rPr>
              <a:t>challenge</a:t>
            </a:r>
          </a:p>
          <a:p>
            <a:pPr>
              <a:lnSpc>
                <a:spcPct val="150000"/>
              </a:lnSpc>
            </a:pPr>
            <a:r>
              <a:rPr lang="en-US" sz="2400" dirty="0">
                <a:solidFill>
                  <a:schemeClr val="bg1">
                    <a:lumMod val="95000"/>
                  </a:schemeClr>
                </a:solidFill>
              </a:rPr>
              <a:t>This project provides a data-driven framework to:</a:t>
            </a:r>
          </a:p>
          <a:p>
            <a:pPr marL="342900" indent="-342900">
              <a:lnSpc>
                <a:spcPct val="150000"/>
              </a:lnSpc>
              <a:buFont typeface="Arial" panose="020B0604020202020204" pitchFamily="34" charset="0"/>
              <a:buChar char="•"/>
            </a:pPr>
            <a:r>
              <a:rPr lang="en-US" sz="2400" dirty="0">
                <a:solidFill>
                  <a:schemeClr val="bg1">
                    <a:lumMod val="95000"/>
                  </a:schemeClr>
                </a:solidFill>
              </a:rPr>
              <a:t>detect addiction early </a:t>
            </a:r>
          </a:p>
          <a:p>
            <a:pPr marL="342900" indent="-342900">
              <a:lnSpc>
                <a:spcPct val="150000"/>
              </a:lnSpc>
              <a:buFont typeface="Arial" panose="020B0604020202020204" pitchFamily="34" charset="0"/>
              <a:buChar char="•"/>
            </a:pPr>
            <a:r>
              <a:rPr lang="en-US" sz="2400" dirty="0">
                <a:solidFill>
                  <a:schemeClr val="bg1">
                    <a:lumMod val="95000"/>
                  </a:schemeClr>
                </a:solidFill>
              </a:rPr>
              <a:t>improve mental health awareness </a:t>
            </a:r>
          </a:p>
          <a:p>
            <a:pPr marL="342900" indent="-342900">
              <a:lnSpc>
                <a:spcPct val="150000"/>
              </a:lnSpc>
              <a:buFont typeface="Arial" panose="020B0604020202020204" pitchFamily="34" charset="0"/>
              <a:buChar char="•"/>
            </a:pPr>
            <a:r>
              <a:rPr lang="en-US" sz="2400" dirty="0">
                <a:solidFill>
                  <a:schemeClr val="bg1">
                    <a:lumMod val="95000"/>
                  </a:schemeClr>
                </a:solidFill>
              </a:rPr>
              <a:t>optimize productivity </a:t>
            </a:r>
          </a:p>
          <a:p>
            <a:pPr marL="342900" indent="-342900">
              <a:lnSpc>
                <a:spcPct val="150000"/>
              </a:lnSpc>
              <a:buFont typeface="Arial" panose="020B0604020202020204" pitchFamily="34" charset="0"/>
              <a:buChar char="•"/>
            </a:pPr>
            <a:r>
              <a:rPr lang="en-US" sz="2400" dirty="0">
                <a:solidFill>
                  <a:schemeClr val="bg1">
                    <a:lumMod val="95000"/>
                  </a:schemeClr>
                </a:solidFill>
              </a:rPr>
              <a:t>support strategic decision-making</a:t>
            </a:r>
          </a:p>
          <a:p>
            <a:endParaRPr lang="en-US" sz="2400" b="1" dirty="0">
              <a:solidFill>
                <a:schemeClr val="bg1">
                  <a:lumMod val="95000"/>
                </a:schemeClr>
              </a:solidFill>
            </a:endParaRPr>
          </a:p>
        </p:txBody>
      </p:sp>
    </p:spTree>
    <p:extLst>
      <p:ext uri="{BB962C8B-B14F-4D97-AF65-F5344CB8AC3E}">
        <p14:creationId xmlns:p14="http://schemas.microsoft.com/office/powerpoint/2010/main" val="238927462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890"/>
        <p:cNvGrpSpPr/>
        <p:nvPr/>
      </p:nvGrpSpPr>
      <p:grpSpPr>
        <a:xfrm>
          <a:off x="0" y="0"/>
          <a:ext cx="0" cy="0"/>
          <a:chOff x="0" y="0"/>
          <a:chExt cx="0" cy="0"/>
        </a:xfrm>
      </p:grpSpPr>
      <p:sp>
        <p:nvSpPr>
          <p:cNvPr id="892" name="Google Shape;892;p34"/>
          <p:cNvSpPr/>
          <p:nvPr/>
        </p:nvSpPr>
        <p:spPr>
          <a:xfrm>
            <a:off x="508000" y="364063"/>
            <a:ext cx="10825102" cy="647114"/>
          </a:xfrm>
          <a:prstGeom prst="roundRect">
            <a:avLst>
              <a:gd name="adj" fmla="val 16667"/>
            </a:avLst>
          </a:prstGeom>
          <a:solidFill>
            <a:srgbClr val="162235"/>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dirty="0">
                <a:solidFill>
                  <a:schemeClr val="bg1">
                    <a:lumMod val="95000"/>
                  </a:schemeClr>
                </a:solidFill>
                <a:latin typeface="Calibri"/>
                <a:ea typeface="Calibri"/>
                <a:cs typeface="Calibri"/>
                <a:sym typeface="Calibri"/>
              </a:rPr>
              <a:t>Acknowledgement</a:t>
            </a:r>
            <a:endParaRPr sz="3200" b="0" i="0" u="none" strike="noStrike" cap="none" dirty="0">
              <a:solidFill>
                <a:schemeClr val="bg1">
                  <a:lumMod val="95000"/>
                </a:schemeClr>
              </a:solidFill>
              <a:latin typeface="Calibri"/>
              <a:ea typeface="Calibri"/>
              <a:cs typeface="Calibri"/>
              <a:sym typeface="Calibri"/>
            </a:endParaRPr>
          </a:p>
        </p:txBody>
      </p:sp>
      <p:sp>
        <p:nvSpPr>
          <p:cNvPr id="893" name="Google Shape;893;p34">
            <a:hlinkClick r:id="rId3" action="ppaction://hlinksldjump"/>
          </p:cNvPr>
          <p:cNvSpPr/>
          <p:nvPr/>
        </p:nvSpPr>
        <p:spPr>
          <a:xfrm>
            <a:off x="10634532" y="434894"/>
            <a:ext cx="301326" cy="505451"/>
          </a:xfrm>
          <a:prstGeom prst="upArrow">
            <a:avLst>
              <a:gd name="adj1" fmla="val 50000"/>
              <a:gd name="adj2" fmla="val 50000"/>
            </a:avLst>
          </a:prstGeom>
          <a:solidFill>
            <a:schemeClr val="lt1"/>
          </a:solidFill>
          <a:ln>
            <a:noFill/>
          </a:ln>
          <a:effectLst>
            <a:outerShdw blurRad="57785" dist="33020" dir="3180000" algn="ctr">
              <a:srgbClr val="000000">
                <a:alpha val="2941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Arial"/>
              <a:ea typeface="Arial"/>
              <a:cs typeface="Arial"/>
              <a:sym typeface="Arial"/>
            </a:endParaRPr>
          </a:p>
        </p:txBody>
      </p:sp>
      <p:sp>
        <p:nvSpPr>
          <p:cNvPr id="894" name="Google Shape;894;p34"/>
          <p:cNvSpPr/>
          <p:nvPr/>
        </p:nvSpPr>
        <p:spPr>
          <a:xfrm>
            <a:off x="1944914" y="1202434"/>
            <a:ext cx="8990944" cy="5036234"/>
          </a:xfrm>
          <a:prstGeom prst="roundRect">
            <a:avLst>
              <a:gd name="adj" fmla="val 16667"/>
            </a:avLst>
          </a:prstGeom>
          <a:solidFill>
            <a:srgbClr val="162235"/>
          </a:solid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95" name="Google Shape;895;p34"/>
          <p:cNvSpPr/>
          <p:nvPr/>
        </p:nvSpPr>
        <p:spPr>
          <a:xfrm>
            <a:off x="2067951" y="1461721"/>
            <a:ext cx="8566581" cy="480127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dirty="0">
                <a:solidFill>
                  <a:schemeClr val="bg1">
                    <a:lumMod val="95000"/>
                  </a:schemeClr>
                </a:solidFill>
                <a:latin typeface="Arial"/>
                <a:ea typeface="Arial"/>
                <a:cs typeface="Arial"/>
                <a:sym typeface="Arial"/>
              </a:rPr>
              <a:t>We would like to express our sincere gratitude to </a:t>
            </a:r>
            <a:r>
              <a:rPr lang="en-US" sz="2400" b="1" u="sng" dirty="0">
                <a:solidFill>
                  <a:schemeClr val="bg1">
                    <a:lumMod val="95000"/>
                  </a:schemeClr>
                </a:solidFill>
                <a:latin typeface="Arial"/>
                <a:ea typeface="Arial"/>
                <a:cs typeface="Arial"/>
                <a:sym typeface="Arial"/>
              </a:rPr>
              <a:t>DEPI</a:t>
            </a:r>
            <a:r>
              <a:rPr lang="en-US" sz="2000" dirty="0">
                <a:solidFill>
                  <a:schemeClr val="bg1">
                    <a:lumMod val="95000"/>
                  </a:schemeClr>
                </a:solidFill>
                <a:latin typeface="Arial"/>
                <a:ea typeface="Arial"/>
                <a:cs typeface="Arial"/>
                <a:sym typeface="Arial"/>
              </a:rPr>
              <a:t> for managing and presenting these valuable courses, providing us with an excellent learning experience.</a:t>
            </a:r>
            <a:endParaRPr dirty="0">
              <a:solidFill>
                <a:schemeClr val="bg1">
                  <a:lumMod val="95000"/>
                </a:schemeClr>
              </a:solidFill>
            </a:endParaRPr>
          </a:p>
          <a:p>
            <a:pPr marL="0" marR="0" lvl="0" indent="0" algn="just" rtl="0">
              <a:lnSpc>
                <a:spcPct val="150000"/>
              </a:lnSpc>
              <a:spcBef>
                <a:spcPts val="0"/>
              </a:spcBef>
              <a:spcAft>
                <a:spcPts val="0"/>
              </a:spcAft>
              <a:buNone/>
            </a:pPr>
            <a:r>
              <a:rPr lang="en-US" sz="2000" dirty="0">
                <a:solidFill>
                  <a:schemeClr val="bg1">
                    <a:lumMod val="95000"/>
                  </a:schemeClr>
                </a:solidFill>
                <a:latin typeface="Arial"/>
                <a:ea typeface="Arial"/>
                <a:cs typeface="Arial"/>
                <a:sym typeface="Arial"/>
              </a:rPr>
              <a:t> A special thanks to </a:t>
            </a:r>
            <a:r>
              <a:rPr lang="en-US" sz="2000" b="1" dirty="0" err="1">
                <a:solidFill>
                  <a:schemeClr val="bg1">
                    <a:lumMod val="95000"/>
                  </a:schemeClr>
                </a:solidFill>
                <a:latin typeface="Arial"/>
                <a:ea typeface="Arial"/>
                <a:cs typeface="Arial"/>
                <a:sym typeface="Arial"/>
              </a:rPr>
              <a:t>YAt</a:t>
            </a:r>
            <a:r>
              <a:rPr lang="en-US" sz="2000" dirty="0">
                <a:solidFill>
                  <a:schemeClr val="bg1">
                    <a:lumMod val="95000"/>
                  </a:schemeClr>
                </a:solidFill>
                <a:latin typeface="Arial"/>
                <a:ea typeface="Arial"/>
                <a:cs typeface="Arial"/>
                <a:sym typeface="Arial"/>
              </a:rPr>
              <a:t> for their support in </a:t>
            </a:r>
            <a:r>
              <a:rPr lang="en-US" sz="1800" dirty="0">
                <a:solidFill>
                  <a:schemeClr val="bg1">
                    <a:lumMod val="95000"/>
                  </a:schemeClr>
                </a:solidFill>
                <a:latin typeface="Arial"/>
                <a:ea typeface="Arial"/>
                <a:cs typeface="Arial"/>
                <a:sym typeface="Arial"/>
              </a:rPr>
              <a:t>providing</a:t>
            </a:r>
            <a:r>
              <a:rPr lang="en-US" sz="2000" dirty="0">
                <a:solidFill>
                  <a:schemeClr val="bg1">
                    <a:lumMod val="95000"/>
                  </a:schemeClr>
                </a:solidFill>
                <a:latin typeface="Arial"/>
                <a:ea typeface="Arial"/>
                <a:cs typeface="Arial"/>
                <a:sym typeface="Arial"/>
              </a:rPr>
              <a:t> skilled instructors who have guided us throughout the training. </a:t>
            </a:r>
            <a:endParaRPr dirty="0">
              <a:solidFill>
                <a:schemeClr val="bg1">
                  <a:lumMod val="95000"/>
                </a:schemeClr>
              </a:solidFill>
            </a:endParaRPr>
          </a:p>
          <a:p>
            <a:pPr marL="0" marR="0" lvl="0" indent="0" algn="just" rtl="0">
              <a:lnSpc>
                <a:spcPct val="150000"/>
              </a:lnSpc>
              <a:spcBef>
                <a:spcPts val="0"/>
              </a:spcBef>
              <a:spcAft>
                <a:spcPts val="0"/>
              </a:spcAft>
              <a:buNone/>
            </a:pPr>
            <a:r>
              <a:rPr lang="en-US" sz="2000" dirty="0">
                <a:solidFill>
                  <a:schemeClr val="bg1">
                    <a:lumMod val="95000"/>
                  </a:schemeClr>
                </a:solidFill>
                <a:latin typeface="Arial"/>
                <a:ea typeface="Arial"/>
                <a:cs typeface="Arial"/>
                <a:sym typeface="Arial"/>
              </a:rPr>
              <a:t>Most importantly, We extend our deepest appreciation to </a:t>
            </a:r>
            <a:r>
              <a:rPr lang="en-US" sz="2000" b="1" dirty="0">
                <a:solidFill>
                  <a:schemeClr val="bg1">
                    <a:lumMod val="95000"/>
                  </a:schemeClr>
                </a:solidFill>
                <a:latin typeface="Arial"/>
                <a:ea typeface="Arial"/>
                <a:cs typeface="Arial"/>
                <a:sym typeface="Arial"/>
              </a:rPr>
              <a:t>Instructor Mahmoud Emad</a:t>
            </a:r>
            <a:r>
              <a:rPr lang="en-US" sz="2000" dirty="0">
                <a:solidFill>
                  <a:schemeClr val="bg1">
                    <a:lumMod val="95000"/>
                  </a:schemeClr>
                </a:solidFill>
                <a:latin typeface="Arial"/>
                <a:ea typeface="Arial"/>
                <a:cs typeface="Arial"/>
                <a:sym typeface="Arial"/>
              </a:rPr>
              <a:t> for his dedication, expertise, and insightful teaching, which have significantly enriched our knowledge. Your efforts are truly appreciated, and we are grateful for this opportunity to learn and grow. Thank you!</a:t>
            </a:r>
            <a:endParaRPr dirty="0">
              <a:solidFill>
                <a:schemeClr val="bg1">
                  <a:lumMod val="95000"/>
                </a:schemeClr>
              </a:solidFill>
            </a:endParaRPr>
          </a:p>
        </p:txBody>
      </p:sp>
      <p:pic>
        <p:nvPicPr>
          <p:cNvPr id="896" name="Google Shape;896;p34"/>
          <p:cNvPicPr preferRelativeResize="0"/>
          <p:nvPr/>
        </p:nvPicPr>
        <p:blipFill rotWithShape="1">
          <a:blip r:embed="rId4">
            <a:alphaModFix/>
          </a:blip>
          <a:srcRect/>
          <a:stretch/>
        </p:blipFill>
        <p:spPr>
          <a:xfrm>
            <a:off x="250372" y="5714999"/>
            <a:ext cx="1215571" cy="108819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BFBFBF"/>
        </a:solidFill>
        <a:effectLst/>
      </p:bgPr>
    </p:bg>
    <p:spTree>
      <p:nvGrpSpPr>
        <p:cNvPr id="1" name="Shape 900"/>
        <p:cNvGrpSpPr/>
        <p:nvPr/>
      </p:nvGrpSpPr>
      <p:grpSpPr>
        <a:xfrm>
          <a:off x="0" y="0"/>
          <a:ext cx="0" cy="0"/>
          <a:chOff x="0" y="0"/>
          <a:chExt cx="0" cy="0"/>
        </a:xfrm>
      </p:grpSpPr>
      <p:pic>
        <p:nvPicPr>
          <p:cNvPr id="901" name="Google Shape;901;p35"/>
          <p:cNvPicPr preferRelativeResize="0"/>
          <p:nvPr/>
        </p:nvPicPr>
        <p:blipFill rotWithShape="1">
          <a:blip r:embed="rId3">
            <a:alphaModFix/>
          </a:blip>
          <a:srcRect/>
          <a:stretch/>
        </p:blipFill>
        <p:spPr>
          <a:xfrm>
            <a:off x="-1" y="-1"/>
            <a:ext cx="12192001" cy="6842899"/>
          </a:xfrm>
          <a:prstGeom prst="rect">
            <a:avLst/>
          </a:prstGeom>
          <a:noFill/>
          <a:ln>
            <a:noFill/>
          </a:ln>
        </p:spPr>
      </p:pic>
      <p:sp>
        <p:nvSpPr>
          <p:cNvPr id="902" name="Google Shape;902;p35"/>
          <p:cNvSpPr/>
          <p:nvPr/>
        </p:nvSpPr>
        <p:spPr>
          <a:xfrm>
            <a:off x="0" y="0"/>
            <a:ext cx="12192000" cy="6858000"/>
          </a:xfrm>
          <a:prstGeom prst="rect">
            <a:avLst/>
          </a:prstGeom>
          <a:solidFill>
            <a:schemeClr val="accent1">
              <a:alpha val="37647"/>
            </a:schemeClr>
          </a:solidFill>
          <a:ln w="19050" cap="flat" cmpd="sng">
            <a:solidFill>
              <a:srgbClr val="0F465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03" name="Google Shape;903;p35"/>
          <p:cNvSpPr txBox="1"/>
          <p:nvPr/>
        </p:nvSpPr>
        <p:spPr>
          <a:xfrm>
            <a:off x="-932598" y="1124321"/>
            <a:ext cx="6093618"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a:solidFill>
                  <a:srgbClr val="D9E5F8"/>
                </a:solidFill>
                <a:latin typeface="Arial"/>
                <a:ea typeface="Arial"/>
                <a:cs typeface="Arial"/>
                <a:sym typeface="Arial"/>
              </a:rPr>
              <a:t>Thank You</a:t>
            </a:r>
            <a:endParaRPr/>
          </a:p>
        </p:txBody>
      </p:sp>
      <p:pic>
        <p:nvPicPr>
          <p:cNvPr id="904" name="Google Shape;904;p35"/>
          <p:cNvPicPr preferRelativeResize="0"/>
          <p:nvPr/>
        </p:nvPicPr>
        <p:blipFill rotWithShape="1">
          <a:blip r:embed="rId4">
            <a:alphaModFix/>
          </a:blip>
          <a:srcRect/>
          <a:stretch/>
        </p:blipFill>
        <p:spPr>
          <a:xfrm>
            <a:off x="143677" y="4049487"/>
            <a:ext cx="4260230" cy="2362200"/>
          </a:xfrm>
          <a:prstGeom prst="rect">
            <a:avLst/>
          </a:prstGeom>
          <a:noFill/>
          <a:ln>
            <a:noFill/>
          </a:ln>
          <a:effectLst>
            <a:outerShdw blurRad="57150" dist="19050" dir="5400000" algn="bl" rotWithShape="0">
              <a:schemeClr val="lt1">
                <a:alpha val="50000"/>
              </a:schemeClr>
            </a:outerShdw>
          </a:effectLst>
        </p:spPr>
      </p:pic>
      <p:pic>
        <p:nvPicPr>
          <p:cNvPr id="905" name="Google Shape;905;p35"/>
          <p:cNvPicPr preferRelativeResize="0"/>
          <p:nvPr/>
        </p:nvPicPr>
        <p:blipFill rotWithShape="1">
          <a:blip r:embed="rId5">
            <a:alphaModFix/>
          </a:blip>
          <a:srcRect/>
          <a:stretch/>
        </p:blipFill>
        <p:spPr>
          <a:xfrm>
            <a:off x="8207829" y="628650"/>
            <a:ext cx="3548621" cy="2007007"/>
          </a:xfrm>
          <a:prstGeom prst="rect">
            <a:avLst/>
          </a:prstGeom>
          <a:noFill/>
          <a:ln>
            <a:noFill/>
          </a:ln>
          <a:effectLst>
            <a:outerShdw blurRad="57150" dist="38100" dir="7080000" algn="bl" rotWithShape="0">
              <a:schemeClr val="lt1">
                <a:alpha val="58000"/>
              </a:scheme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855</TotalTime>
  <Words>1322</Words>
  <Application>Microsoft Office PowerPoint</Application>
  <PresentationFormat>Widescreen</PresentationFormat>
  <Paragraphs>328</Paragraphs>
  <Slides>37</Slides>
  <Notes>37</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37</vt:i4>
      </vt:variant>
    </vt:vector>
  </HeadingPairs>
  <TitlesOfParts>
    <vt:vector size="51" baseType="lpstr">
      <vt:lpstr>Nunito Light</vt:lpstr>
      <vt:lpstr>Wingdings</vt:lpstr>
      <vt:lpstr>Noto Sans Symbols</vt:lpstr>
      <vt:lpstr>Calibri</vt:lpstr>
      <vt:lpstr>Helvetica Neue Light</vt:lpstr>
      <vt:lpstr>Muli</vt:lpstr>
      <vt:lpstr>Arial</vt:lpstr>
      <vt:lpstr>League Gothic</vt:lpstr>
      <vt:lpstr>Segoe UI Emoji</vt:lpstr>
      <vt:lpstr>Muli Bold</vt:lpstr>
      <vt:lpstr>Century Gothic</vt:lpstr>
      <vt:lpstr>Aptos</vt:lpstr>
      <vt:lpstr>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abanob samir</dc:creator>
  <cp:lastModifiedBy>user</cp:lastModifiedBy>
  <cp:revision>98</cp:revision>
  <dcterms:created xsi:type="dcterms:W3CDTF">2024-05-23T20:18:37Z</dcterms:created>
  <dcterms:modified xsi:type="dcterms:W3CDTF">2026-05-13T16:55:34Z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0x010100D013E64FD521064FB084B8A64D656570</vt:lpwstr>
  </property>
</Properties>
</file>